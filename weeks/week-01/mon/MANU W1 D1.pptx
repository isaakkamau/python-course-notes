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Helvetica Neue"/>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7.xml"/><Relationship Id="rId33" Type="http://schemas.openxmlformats.org/officeDocument/2006/relationships/font" Target="fonts/HelveticaNeue-boldItalic.fntdata"/><Relationship Id="rId10" Type="http://schemas.openxmlformats.org/officeDocument/2006/relationships/slide" Target="slides/slide6.xml"/><Relationship Id="rId32" Type="http://schemas.openxmlformats.org/officeDocument/2006/relationships/font" Target="fonts/HelveticaNeue-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2"/>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6" name="Shape 56"/>
        <p:cNvGrpSpPr/>
        <p:nvPr/>
      </p:nvGrpSpPr>
      <p:grpSpPr>
        <a:xfrm>
          <a:off x="0" y="0"/>
          <a:ext cx="0" cy="0"/>
          <a:chOff x="0" y="0"/>
          <a:chExt cx="0" cy="0"/>
        </a:xfrm>
      </p:grpSpPr>
      <p:pic>
        <p:nvPicPr>
          <p:cNvPr descr="\\DROBO-FS\QuickDrops\JB\PPTX NG\Droplets\LightingOverlay.png" id="57" name="Google Shape;57;p3"/>
          <p:cNvPicPr preferRelativeResize="0"/>
          <p:nvPr/>
        </p:nvPicPr>
        <p:blipFill rotWithShape="1">
          <a:blip r:embed="rId2">
            <a:alphaModFix amt="30000"/>
          </a:blip>
          <a:srcRect b="0" l="0" r="0" t="0"/>
          <a:stretch/>
        </p:blipFill>
        <p:spPr>
          <a:xfrm>
            <a:off x="-57153" y="-1"/>
            <a:ext cx="12192003" cy="6858001"/>
          </a:xfrm>
          <a:prstGeom prst="rect">
            <a:avLst/>
          </a:prstGeom>
          <a:noFill/>
          <a:ln>
            <a:noFill/>
          </a:ln>
        </p:spPr>
      </p:pic>
      <p:grpSp>
        <p:nvGrpSpPr>
          <p:cNvPr id="58" name="Google Shape;58;p3"/>
          <p:cNvGrpSpPr/>
          <p:nvPr/>
        </p:nvGrpSpPr>
        <p:grpSpPr>
          <a:xfrm>
            <a:off x="0" y="0"/>
            <a:ext cx="2305051" cy="6858001"/>
            <a:chOff x="0" y="0"/>
            <a:chExt cx="2305051" cy="6858001"/>
          </a:xfrm>
        </p:grpSpPr>
        <p:sp>
          <p:nvSpPr>
            <p:cNvPr id="59" name="Google Shape;59;p3"/>
            <p:cNvSpPr/>
            <p:nvPr/>
          </p:nvSpPr>
          <p:spPr>
            <a:xfrm>
              <a:off x="1209675" y="4763"/>
              <a:ext cx="23813" cy="2181225"/>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1128713"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1123950"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414338" y="9525"/>
              <a:ext cx="28575" cy="4481513"/>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333375"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190500" y="9525"/>
              <a:ext cx="152400" cy="908050"/>
            </a:xfrm>
            <a:custGeom>
              <a:rect b="b" l="l" r="r" t="t"/>
              <a:pathLst>
                <a:path extrusionOk="0" h="572" w="96">
                  <a:moveTo>
                    <a:pt x="15" y="572"/>
                  </a:moveTo>
                  <a:lnTo>
                    <a:pt x="0" y="566"/>
                  </a:lnTo>
                  <a:lnTo>
                    <a:pt x="81" y="380"/>
                  </a:lnTo>
                  <a:lnTo>
                    <a:pt x="81" y="0"/>
                  </a:lnTo>
                  <a:lnTo>
                    <a:pt x="96" y="0"/>
                  </a:lnTo>
                  <a:lnTo>
                    <a:pt x="96" y="383"/>
                  </a:lnTo>
                  <a:lnTo>
                    <a:pt x="15" y="572"/>
                  </a:lnTo>
                  <a:close/>
                </a:path>
              </a:pathLst>
            </a:custGeom>
            <a:gradFill>
              <a:gsLst>
                <a:gs pos="0">
                  <a:schemeClr val="dk2"/>
                </a:gs>
                <a:gs pos="100000">
                  <a:srgbClr val="B3FFFF"/>
                </a:gs>
              </a:gsLst>
              <a:lin ang="5400000" scaled="0"/>
            </a:gradFill>
            <a:ln>
              <a:noFill/>
            </a:ln>
          </p:spPr>
        </p:sp>
        <p:sp>
          <p:nvSpPr>
            <p:cNvPr id="65" name="Google Shape;65;p3"/>
            <p:cNvSpPr/>
            <p:nvPr/>
          </p:nvSpPr>
          <p:spPr>
            <a:xfrm>
              <a:off x="1290638" y="14288"/>
              <a:ext cx="376238" cy="1801813"/>
            </a:xfrm>
            <a:custGeom>
              <a:rect b="b" l="l" r="r" t="t"/>
              <a:pathLst>
                <a:path extrusionOk="0" h="1135" w="237">
                  <a:moveTo>
                    <a:pt x="222" y="1135"/>
                  </a:moveTo>
                  <a:lnTo>
                    <a:pt x="0" y="620"/>
                  </a:lnTo>
                  <a:lnTo>
                    <a:pt x="0" y="0"/>
                  </a:lnTo>
                  <a:lnTo>
                    <a:pt x="18" y="0"/>
                  </a:lnTo>
                  <a:lnTo>
                    <a:pt x="18" y="617"/>
                  </a:lnTo>
                  <a:lnTo>
                    <a:pt x="237" y="1129"/>
                  </a:lnTo>
                  <a:lnTo>
                    <a:pt x="222" y="1135"/>
                  </a:lnTo>
                  <a:close/>
                </a:path>
              </a:pathLst>
            </a:custGeom>
            <a:gradFill>
              <a:gsLst>
                <a:gs pos="0">
                  <a:schemeClr val="dk2"/>
                </a:gs>
                <a:gs pos="100000">
                  <a:srgbClr val="B3FFFF"/>
                </a:gs>
              </a:gsLst>
              <a:lin ang="5400000" scaled="0"/>
            </a:gradFill>
            <a:ln>
              <a:noFill/>
            </a:ln>
          </p:spPr>
        </p:sp>
        <p:sp>
          <p:nvSpPr>
            <p:cNvPr id="66" name="Google Shape;66;p3"/>
            <p:cNvSpPr/>
            <p:nvPr/>
          </p:nvSpPr>
          <p:spPr>
            <a:xfrm>
              <a:off x="1600200" y="180181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1381125" y="9525"/>
              <a:ext cx="371475" cy="1425575"/>
            </a:xfrm>
            <a:custGeom>
              <a:rect b="b" l="l" r="r" t="t"/>
              <a:pathLst>
                <a:path extrusionOk="0" h="898" w="234">
                  <a:moveTo>
                    <a:pt x="219" y="898"/>
                  </a:moveTo>
                  <a:lnTo>
                    <a:pt x="0" y="383"/>
                  </a:lnTo>
                  <a:lnTo>
                    <a:pt x="0" y="0"/>
                  </a:lnTo>
                  <a:lnTo>
                    <a:pt x="15" y="0"/>
                  </a:lnTo>
                  <a:lnTo>
                    <a:pt x="15" y="380"/>
                  </a:lnTo>
                  <a:lnTo>
                    <a:pt x="234" y="892"/>
                  </a:lnTo>
                  <a:lnTo>
                    <a:pt x="219" y="898"/>
                  </a:lnTo>
                  <a:close/>
                </a:path>
              </a:pathLst>
            </a:custGeom>
            <a:gradFill>
              <a:gsLst>
                <a:gs pos="0">
                  <a:schemeClr val="dk2"/>
                </a:gs>
                <a:gs pos="100000">
                  <a:srgbClr val="B3FFFF"/>
                </a:gs>
              </a:gsLst>
              <a:lin ang="5400000" scaled="0"/>
            </a:gradFill>
            <a:ln>
              <a:noFill/>
            </a:ln>
          </p:spPr>
        </p:sp>
        <p:sp>
          <p:nvSpPr>
            <p:cNvPr id="68" name="Google Shape;68;p3"/>
            <p:cNvSpPr/>
            <p:nvPr/>
          </p:nvSpPr>
          <p:spPr>
            <a:xfrm>
              <a:off x="1643063"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dk2"/>
                </a:gs>
                <a:gs pos="100000">
                  <a:srgbClr val="B3FFFF"/>
                </a:gs>
              </a:gsLst>
              <a:lin ang="5400000" scaled="0"/>
            </a:gradFill>
            <a:ln>
              <a:noFill/>
            </a:ln>
          </p:spPr>
        </p:sp>
        <p:sp>
          <p:nvSpPr>
            <p:cNvPr id="69" name="Google Shape;69;p3"/>
            <p:cNvSpPr/>
            <p:nvPr/>
          </p:nvSpPr>
          <p:spPr>
            <a:xfrm>
              <a:off x="1685925" y="14208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168592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1743075" y="4763"/>
              <a:ext cx="419100" cy="522288"/>
            </a:xfrm>
            <a:custGeom>
              <a:rect b="b" l="l" r="r" t="t"/>
              <a:pathLst>
                <a:path extrusionOk="0" h="329" w="264">
                  <a:moveTo>
                    <a:pt x="252" y="329"/>
                  </a:moveTo>
                  <a:lnTo>
                    <a:pt x="45" y="120"/>
                  </a:lnTo>
                  <a:lnTo>
                    <a:pt x="0" y="6"/>
                  </a:lnTo>
                  <a:lnTo>
                    <a:pt x="15" y="0"/>
                  </a:lnTo>
                  <a:lnTo>
                    <a:pt x="60" y="111"/>
                  </a:lnTo>
                  <a:lnTo>
                    <a:pt x="264" y="317"/>
                  </a:lnTo>
                  <a:lnTo>
                    <a:pt x="252" y="329"/>
                  </a:lnTo>
                  <a:close/>
                </a:path>
              </a:pathLst>
            </a:custGeom>
            <a:gradFill>
              <a:gsLst>
                <a:gs pos="0">
                  <a:schemeClr val="dk2"/>
                </a:gs>
                <a:gs pos="100000">
                  <a:srgbClr val="B3FFFF"/>
                </a:gs>
              </a:gsLst>
              <a:lin ang="5400000" scaled="0"/>
            </a:gradFill>
            <a:ln>
              <a:noFill/>
            </a:ln>
          </p:spPr>
        </p:sp>
        <p:sp>
          <p:nvSpPr>
            <p:cNvPr id="72" name="Google Shape;72;p3"/>
            <p:cNvSpPr/>
            <p:nvPr/>
          </p:nvSpPr>
          <p:spPr>
            <a:xfrm>
              <a:off x="2119313"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952500" y="4763"/>
              <a:ext cx="152400" cy="908050"/>
            </a:xfrm>
            <a:custGeom>
              <a:rect b="b" l="l" r="r" t="t"/>
              <a:pathLst>
                <a:path extrusionOk="0" h="572" w="96">
                  <a:moveTo>
                    <a:pt x="15" y="572"/>
                  </a:moveTo>
                  <a:lnTo>
                    <a:pt x="0" y="572"/>
                  </a:lnTo>
                  <a:lnTo>
                    <a:pt x="0" y="189"/>
                  </a:lnTo>
                  <a:lnTo>
                    <a:pt x="81" y="0"/>
                  </a:lnTo>
                  <a:lnTo>
                    <a:pt x="96" y="6"/>
                  </a:lnTo>
                  <a:lnTo>
                    <a:pt x="15" y="192"/>
                  </a:lnTo>
                  <a:lnTo>
                    <a:pt x="15" y="572"/>
                  </a:lnTo>
                  <a:close/>
                </a:path>
              </a:pathLst>
            </a:custGeom>
            <a:gradFill>
              <a:gsLst>
                <a:gs pos="0">
                  <a:schemeClr val="dk2"/>
                </a:gs>
                <a:gs pos="100000">
                  <a:srgbClr val="B3FFFF"/>
                </a:gs>
              </a:gsLst>
              <a:lin ang="5400000" scaled="0"/>
            </a:gradFill>
            <a:ln>
              <a:noFill/>
            </a:ln>
          </p:spPr>
        </p:sp>
        <p:sp>
          <p:nvSpPr>
            <p:cNvPr id="74" name="Google Shape;74;p3"/>
            <p:cNvSpPr/>
            <p:nvPr/>
          </p:nvSpPr>
          <p:spPr>
            <a:xfrm>
              <a:off x="86677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890588" y="15541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738188" y="5622925"/>
              <a:ext cx="338138" cy="1216025"/>
            </a:xfrm>
            <a:custGeom>
              <a:rect b="b" l="l" r="r" t="t"/>
              <a:pathLst>
                <a:path extrusionOk="0" h="766" w="213">
                  <a:moveTo>
                    <a:pt x="213" y="766"/>
                  </a:moveTo>
                  <a:lnTo>
                    <a:pt x="195" y="766"/>
                  </a:lnTo>
                  <a:lnTo>
                    <a:pt x="195" y="464"/>
                  </a:lnTo>
                  <a:lnTo>
                    <a:pt x="0" y="6"/>
                  </a:lnTo>
                  <a:lnTo>
                    <a:pt x="12" y="0"/>
                  </a:lnTo>
                  <a:lnTo>
                    <a:pt x="213" y="461"/>
                  </a:lnTo>
                  <a:lnTo>
                    <a:pt x="213" y="766"/>
                  </a:lnTo>
                  <a:close/>
                </a:path>
              </a:pathLst>
            </a:custGeom>
            <a:gradFill>
              <a:gsLst>
                <a:gs pos="0">
                  <a:schemeClr val="dk2"/>
                </a:gs>
                <a:gs pos="100000">
                  <a:srgbClr val="B3FFFF"/>
                </a:gs>
              </a:gsLst>
              <a:lin ang="5400000" scaled="0"/>
            </a:gradFill>
            <a:ln>
              <a:noFill/>
            </a:ln>
          </p:spPr>
        </p:sp>
        <p:sp>
          <p:nvSpPr>
            <p:cNvPr id="77" name="Google Shape;77;p3"/>
            <p:cNvSpPr/>
            <p:nvPr/>
          </p:nvSpPr>
          <p:spPr>
            <a:xfrm>
              <a:off x="647700" y="5480050"/>
              <a:ext cx="157163" cy="157163"/>
            </a:xfrm>
            <a:custGeom>
              <a:rect b="b" l="l" r="r" t="t"/>
              <a:pathLst>
                <a:path extrusionOk="0" h="33" w="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66675" y="903288"/>
              <a:ext cx="190500" cy="190500"/>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0" y="3897313"/>
              <a:ext cx="133350" cy="266700"/>
            </a:xfrm>
            <a:custGeom>
              <a:rect b="b" l="l" r="r" t="t"/>
              <a:pathLst>
                <a:path extrusionOk="0" h="168" w="84">
                  <a:moveTo>
                    <a:pt x="69" y="168"/>
                  </a:moveTo>
                  <a:lnTo>
                    <a:pt x="0" y="6"/>
                  </a:lnTo>
                  <a:lnTo>
                    <a:pt x="12" y="0"/>
                  </a:lnTo>
                  <a:lnTo>
                    <a:pt x="84" y="162"/>
                  </a:lnTo>
                  <a:lnTo>
                    <a:pt x="69" y="168"/>
                  </a:lnTo>
                  <a:close/>
                </a:path>
              </a:pathLst>
            </a:custGeom>
            <a:gradFill>
              <a:gsLst>
                <a:gs pos="0">
                  <a:schemeClr val="dk2"/>
                </a:gs>
                <a:gs pos="100000">
                  <a:srgbClr val="B3FFFF"/>
                </a:gs>
              </a:gsLst>
              <a:lin ang="5400000" scaled="0"/>
            </a:gradFill>
            <a:ln>
              <a:noFill/>
            </a:ln>
          </p:spPr>
        </p:sp>
        <p:sp>
          <p:nvSpPr>
            <p:cNvPr id="80" name="Google Shape;80;p3"/>
            <p:cNvSpPr/>
            <p:nvPr/>
          </p:nvSpPr>
          <p:spPr>
            <a:xfrm>
              <a:off x="66675" y="414972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0" y="1644650"/>
              <a:ext cx="133350" cy="269875"/>
            </a:xfrm>
            <a:custGeom>
              <a:rect b="b" l="l" r="r" t="t"/>
              <a:pathLst>
                <a:path extrusionOk="0" h="170" w="84">
                  <a:moveTo>
                    <a:pt x="12" y="170"/>
                  </a:moveTo>
                  <a:lnTo>
                    <a:pt x="0" y="164"/>
                  </a:lnTo>
                  <a:lnTo>
                    <a:pt x="69" y="0"/>
                  </a:lnTo>
                  <a:lnTo>
                    <a:pt x="84" y="6"/>
                  </a:lnTo>
                  <a:lnTo>
                    <a:pt x="12" y="170"/>
                  </a:lnTo>
                  <a:close/>
                </a:path>
              </a:pathLst>
            </a:custGeom>
            <a:gradFill>
              <a:gsLst>
                <a:gs pos="0">
                  <a:schemeClr val="dk2"/>
                </a:gs>
                <a:gs pos="100000">
                  <a:srgbClr val="B3FFFF"/>
                </a:gs>
              </a:gsLst>
              <a:lin ang="5400000" scaled="0"/>
            </a:gradFill>
            <a:ln>
              <a:noFill/>
            </a:ln>
          </p:spPr>
        </p:sp>
        <p:sp>
          <p:nvSpPr>
            <p:cNvPr id="82" name="Google Shape;82;p3"/>
            <p:cNvSpPr/>
            <p:nvPr/>
          </p:nvSpPr>
          <p:spPr>
            <a:xfrm>
              <a:off x="66675" y="146843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695325" y="4763"/>
              <a:ext cx="309563" cy="1558925"/>
            </a:xfrm>
            <a:custGeom>
              <a:rect b="b" l="l" r="r" t="t"/>
              <a:pathLst>
                <a:path extrusionOk="0" h="982" w="195">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dk2"/>
                </a:gs>
                <a:gs pos="100000">
                  <a:srgbClr val="B3FFFF"/>
                </a:gs>
              </a:gsLst>
              <a:lin ang="5400000" scaled="0"/>
            </a:gradFill>
            <a:ln>
              <a:noFill/>
            </a:ln>
          </p:spPr>
        </p:sp>
        <p:sp>
          <p:nvSpPr>
            <p:cNvPr id="84" name="Google Shape;84;p3"/>
            <p:cNvSpPr/>
            <p:nvPr/>
          </p:nvSpPr>
          <p:spPr>
            <a:xfrm>
              <a:off x="57150" y="48815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138113" y="5060950"/>
              <a:ext cx="304800" cy="1778000"/>
            </a:xfrm>
            <a:custGeom>
              <a:rect b="b" l="l" r="r" t="t"/>
              <a:pathLst>
                <a:path extrusionOk="0" h="1120" w="192">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dk2"/>
                </a:gs>
                <a:gs pos="100000">
                  <a:srgbClr val="B3FFFF"/>
                </a:gs>
              </a:gsLst>
              <a:lin ang="5400000" scaled="0"/>
            </a:gradFill>
            <a:ln>
              <a:noFill/>
            </a:ln>
          </p:spPr>
        </p:sp>
        <p:sp>
          <p:nvSpPr>
            <p:cNvPr id="86" name="Google Shape;86;p3"/>
            <p:cNvSpPr/>
            <p:nvPr/>
          </p:nvSpPr>
          <p:spPr>
            <a:xfrm>
              <a:off x="561975" y="64309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642938" y="6610350"/>
              <a:ext cx="23813" cy="242888"/>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76200" y="6430963"/>
              <a:ext cx="190500" cy="188913"/>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0" y="5978525"/>
              <a:ext cx="190500" cy="461963"/>
            </a:xfrm>
            <a:custGeom>
              <a:rect b="b" l="l" r="r" t="t"/>
              <a:pathLst>
                <a:path extrusionOk="0" h="291" w="120">
                  <a:moveTo>
                    <a:pt x="120" y="291"/>
                  </a:moveTo>
                  <a:lnTo>
                    <a:pt x="105" y="291"/>
                  </a:lnTo>
                  <a:lnTo>
                    <a:pt x="105" y="114"/>
                  </a:lnTo>
                  <a:lnTo>
                    <a:pt x="0" y="9"/>
                  </a:lnTo>
                  <a:lnTo>
                    <a:pt x="12" y="0"/>
                  </a:lnTo>
                  <a:lnTo>
                    <a:pt x="120" y="108"/>
                  </a:lnTo>
                  <a:lnTo>
                    <a:pt x="120" y="291"/>
                  </a:lnTo>
                  <a:close/>
                </a:path>
              </a:pathLst>
            </a:custGeom>
            <a:gradFill>
              <a:gsLst>
                <a:gs pos="0">
                  <a:schemeClr val="dk2"/>
                </a:gs>
                <a:gs pos="100000">
                  <a:srgbClr val="B3FFFF"/>
                </a:gs>
              </a:gsLst>
              <a:lin ang="5400000" scaled="0"/>
            </a:gradFill>
            <a:ln>
              <a:noFill/>
            </a:ln>
          </p:spPr>
        </p:sp>
        <p:sp>
          <p:nvSpPr>
            <p:cNvPr id="90" name="Google Shape;90;p3"/>
            <p:cNvSpPr/>
            <p:nvPr/>
          </p:nvSpPr>
          <p:spPr>
            <a:xfrm>
              <a:off x="1014413" y="1801813"/>
              <a:ext cx="214313" cy="755650"/>
            </a:xfrm>
            <a:custGeom>
              <a:rect b="b" l="l" r="r" t="t"/>
              <a:pathLst>
                <a:path extrusionOk="0" h="476" w="135">
                  <a:moveTo>
                    <a:pt x="12" y="476"/>
                  </a:moveTo>
                  <a:lnTo>
                    <a:pt x="0" y="476"/>
                  </a:lnTo>
                  <a:lnTo>
                    <a:pt x="0" y="128"/>
                  </a:lnTo>
                  <a:lnTo>
                    <a:pt x="126" y="0"/>
                  </a:lnTo>
                  <a:lnTo>
                    <a:pt x="135" y="9"/>
                  </a:lnTo>
                  <a:lnTo>
                    <a:pt x="12" y="131"/>
                  </a:lnTo>
                  <a:lnTo>
                    <a:pt x="12" y="476"/>
                  </a:lnTo>
                  <a:close/>
                </a:path>
              </a:pathLst>
            </a:custGeom>
            <a:gradFill>
              <a:gsLst>
                <a:gs pos="0">
                  <a:schemeClr val="dk2"/>
                </a:gs>
                <a:gs pos="100000">
                  <a:srgbClr val="B3FFFF"/>
                </a:gs>
              </a:gsLst>
              <a:lin ang="5400000" scaled="0"/>
            </a:gradFill>
            <a:ln>
              <a:noFill/>
            </a:ln>
          </p:spPr>
        </p:sp>
        <p:sp>
          <p:nvSpPr>
            <p:cNvPr id="91" name="Google Shape;91;p3"/>
            <p:cNvSpPr/>
            <p:nvPr/>
          </p:nvSpPr>
          <p:spPr>
            <a:xfrm>
              <a:off x="938213" y="2547938"/>
              <a:ext cx="166688" cy="160338"/>
            </a:xfrm>
            <a:custGeom>
              <a:rect b="b" l="l" r="r" t="t"/>
              <a:pathLst>
                <a:path extrusionOk="0" h="34" w="35">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595313" y="4763"/>
              <a:ext cx="638175" cy="4025900"/>
            </a:xfrm>
            <a:custGeom>
              <a:rect b="b" l="l" r="r" t="t"/>
              <a:pathLst>
                <a:path extrusionOk="0" h="2536" w="402">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dk2"/>
                </a:gs>
                <a:gs pos="100000">
                  <a:srgbClr val="B3FFFF"/>
                </a:gs>
              </a:gsLst>
              <a:lin ang="5400000" scaled="0"/>
            </a:gradFill>
            <a:ln>
              <a:noFill/>
            </a:ln>
          </p:spPr>
        </p:sp>
        <p:sp>
          <p:nvSpPr>
            <p:cNvPr id="93" name="Google Shape;93;p3"/>
            <p:cNvSpPr/>
            <p:nvPr/>
          </p:nvSpPr>
          <p:spPr>
            <a:xfrm>
              <a:off x="1223963"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dk2"/>
                </a:gs>
                <a:gs pos="100000">
                  <a:srgbClr val="B3FFFF"/>
                </a:gs>
              </a:gsLst>
              <a:lin ang="5400000" scaled="0"/>
            </a:gradFill>
            <a:ln>
              <a:noFill/>
            </a:ln>
          </p:spPr>
        </p:sp>
        <p:sp>
          <p:nvSpPr>
            <p:cNvPr id="94" name="Google Shape;94;p3"/>
            <p:cNvSpPr/>
            <p:nvPr/>
          </p:nvSpPr>
          <p:spPr>
            <a:xfrm>
              <a:off x="1300163" y="1849438"/>
              <a:ext cx="109538" cy="107950"/>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280988" y="3417888"/>
              <a:ext cx="142875" cy="474663"/>
            </a:xfrm>
            <a:custGeom>
              <a:rect b="b" l="l" r="r" t="t"/>
              <a:pathLst>
                <a:path extrusionOk="0" h="299" w="90">
                  <a:moveTo>
                    <a:pt x="12" y="299"/>
                  </a:moveTo>
                  <a:lnTo>
                    <a:pt x="0" y="299"/>
                  </a:lnTo>
                  <a:lnTo>
                    <a:pt x="0" y="80"/>
                  </a:lnTo>
                  <a:lnTo>
                    <a:pt x="81" y="0"/>
                  </a:lnTo>
                  <a:lnTo>
                    <a:pt x="90" y="8"/>
                  </a:lnTo>
                  <a:lnTo>
                    <a:pt x="12" y="83"/>
                  </a:lnTo>
                  <a:lnTo>
                    <a:pt x="12" y="299"/>
                  </a:lnTo>
                  <a:close/>
                </a:path>
              </a:pathLst>
            </a:custGeom>
            <a:gradFill>
              <a:gsLst>
                <a:gs pos="0">
                  <a:schemeClr val="dk2"/>
                </a:gs>
                <a:gs pos="100000">
                  <a:srgbClr val="B3FFFF"/>
                </a:gs>
              </a:gsLst>
              <a:lin ang="5400000" scaled="0"/>
            </a:gradFill>
            <a:ln>
              <a:noFill/>
            </a:ln>
          </p:spPr>
        </p:sp>
        <p:sp>
          <p:nvSpPr>
            <p:cNvPr id="96" name="Google Shape;96;p3"/>
            <p:cNvSpPr/>
            <p:nvPr/>
          </p:nvSpPr>
          <p:spPr>
            <a:xfrm>
              <a:off x="238125" y="3883025"/>
              <a:ext cx="109538" cy="109538"/>
            </a:xfrm>
            <a:custGeom>
              <a:rect b="b" l="l" r="r" t="t"/>
              <a:pathLst>
                <a:path extrusionOk="0" h="23" w="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4763" y="2166938"/>
              <a:ext cx="114300" cy="452438"/>
            </a:xfrm>
            <a:custGeom>
              <a:rect b="b" l="l" r="r" t="t"/>
              <a:pathLst>
                <a:path extrusionOk="0" h="285" w="72">
                  <a:moveTo>
                    <a:pt x="6" y="285"/>
                  </a:moveTo>
                  <a:lnTo>
                    <a:pt x="0" y="276"/>
                  </a:lnTo>
                  <a:lnTo>
                    <a:pt x="60" y="216"/>
                  </a:lnTo>
                  <a:lnTo>
                    <a:pt x="60" y="0"/>
                  </a:lnTo>
                  <a:lnTo>
                    <a:pt x="72" y="0"/>
                  </a:lnTo>
                  <a:lnTo>
                    <a:pt x="72" y="222"/>
                  </a:lnTo>
                  <a:lnTo>
                    <a:pt x="6" y="285"/>
                  </a:lnTo>
                  <a:close/>
                </a:path>
              </a:pathLst>
            </a:custGeom>
            <a:gradFill>
              <a:gsLst>
                <a:gs pos="0">
                  <a:schemeClr val="dk2"/>
                </a:gs>
                <a:gs pos="100000">
                  <a:srgbClr val="B3FFFF"/>
                </a:gs>
              </a:gsLst>
              <a:lin ang="5400000" scaled="0"/>
            </a:gradFill>
            <a:ln>
              <a:noFill/>
            </a:ln>
          </p:spPr>
        </p:sp>
        <p:sp>
          <p:nvSpPr>
            <p:cNvPr id="98" name="Google Shape;98;p3"/>
            <p:cNvSpPr/>
            <p:nvPr/>
          </p:nvSpPr>
          <p:spPr>
            <a:xfrm>
              <a:off x="52388" y="2066925"/>
              <a:ext cx="109538" cy="109538"/>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1228725" y="4662488"/>
              <a:ext cx="23813" cy="2181225"/>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1319213" y="5041900"/>
              <a:ext cx="371475" cy="1801813"/>
            </a:xfrm>
            <a:custGeom>
              <a:rect b="b" l="l" r="r" t="t"/>
              <a:pathLst>
                <a:path extrusionOk="0" h="1135" w="234">
                  <a:moveTo>
                    <a:pt x="15" y="1135"/>
                  </a:moveTo>
                  <a:lnTo>
                    <a:pt x="0" y="1135"/>
                  </a:lnTo>
                  <a:lnTo>
                    <a:pt x="0" y="515"/>
                  </a:lnTo>
                  <a:lnTo>
                    <a:pt x="0" y="512"/>
                  </a:lnTo>
                  <a:lnTo>
                    <a:pt x="219" y="0"/>
                  </a:lnTo>
                  <a:lnTo>
                    <a:pt x="234" y="6"/>
                  </a:lnTo>
                  <a:lnTo>
                    <a:pt x="15" y="518"/>
                  </a:lnTo>
                  <a:lnTo>
                    <a:pt x="15" y="1135"/>
                  </a:lnTo>
                  <a:close/>
                </a:path>
              </a:pathLst>
            </a:custGeom>
            <a:gradFill>
              <a:gsLst>
                <a:gs pos="0">
                  <a:schemeClr val="dk2"/>
                </a:gs>
                <a:gs pos="100000">
                  <a:srgbClr val="B3FFFF"/>
                </a:gs>
              </a:gsLst>
              <a:lin ang="5400000" scaled="0"/>
            </a:gradFill>
            <a:ln>
              <a:noFill/>
            </a:ln>
          </p:spPr>
        </p:sp>
        <p:sp>
          <p:nvSpPr>
            <p:cNvPr id="101" name="Google Shape;101;p3"/>
            <p:cNvSpPr/>
            <p:nvPr/>
          </p:nvSpPr>
          <p:spPr>
            <a:xfrm>
              <a:off x="1147763"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819150" y="3983038"/>
              <a:ext cx="347663" cy="2860675"/>
            </a:xfrm>
            <a:custGeom>
              <a:rect b="b" l="l" r="r" t="t"/>
              <a:pathLst>
                <a:path extrusionOk="0" h="1802" w="219">
                  <a:moveTo>
                    <a:pt x="219" y="1802"/>
                  </a:moveTo>
                  <a:lnTo>
                    <a:pt x="201" y="1802"/>
                  </a:lnTo>
                  <a:lnTo>
                    <a:pt x="201" y="1185"/>
                  </a:lnTo>
                  <a:lnTo>
                    <a:pt x="0" y="3"/>
                  </a:lnTo>
                  <a:lnTo>
                    <a:pt x="15" y="0"/>
                  </a:lnTo>
                  <a:lnTo>
                    <a:pt x="219" y="1185"/>
                  </a:lnTo>
                  <a:lnTo>
                    <a:pt x="219" y="1802"/>
                  </a:lnTo>
                  <a:close/>
                </a:path>
              </a:pathLst>
            </a:custGeom>
            <a:gradFill>
              <a:gsLst>
                <a:gs pos="0">
                  <a:schemeClr val="dk2"/>
                </a:gs>
                <a:gs pos="100000">
                  <a:srgbClr val="B3FFFF"/>
                </a:gs>
              </a:gsLst>
              <a:lin ang="5400000" scaled="0"/>
            </a:gradFill>
            <a:ln>
              <a:noFill/>
            </a:ln>
          </p:spPr>
        </p:sp>
        <p:sp>
          <p:nvSpPr>
            <p:cNvPr id="103" name="Google Shape;103;p3"/>
            <p:cNvSpPr/>
            <p:nvPr/>
          </p:nvSpPr>
          <p:spPr>
            <a:xfrm>
              <a:off x="728663" y="3806825"/>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1624013"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404938" y="5422900"/>
              <a:ext cx="371475" cy="1425575"/>
            </a:xfrm>
            <a:custGeom>
              <a:rect b="b" l="l" r="r" t="t"/>
              <a:pathLst>
                <a:path extrusionOk="0" h="898" w="234">
                  <a:moveTo>
                    <a:pt x="18" y="898"/>
                  </a:moveTo>
                  <a:lnTo>
                    <a:pt x="0" y="898"/>
                  </a:lnTo>
                  <a:lnTo>
                    <a:pt x="0" y="515"/>
                  </a:lnTo>
                  <a:lnTo>
                    <a:pt x="0" y="512"/>
                  </a:lnTo>
                  <a:lnTo>
                    <a:pt x="222" y="0"/>
                  </a:lnTo>
                  <a:lnTo>
                    <a:pt x="234" y="6"/>
                  </a:lnTo>
                  <a:lnTo>
                    <a:pt x="18" y="518"/>
                  </a:lnTo>
                  <a:lnTo>
                    <a:pt x="18" y="898"/>
                  </a:lnTo>
                  <a:close/>
                </a:path>
              </a:pathLst>
            </a:custGeom>
            <a:gradFill>
              <a:gsLst>
                <a:gs pos="0">
                  <a:schemeClr val="dk2"/>
                </a:gs>
                <a:gs pos="100000">
                  <a:srgbClr val="B3FFFF"/>
                </a:gs>
              </a:gsLst>
              <a:lin ang="5400000" scaled="0"/>
            </a:gradFill>
            <a:ln>
              <a:noFill/>
            </a:ln>
          </p:spPr>
        </p:sp>
        <p:sp>
          <p:nvSpPr>
            <p:cNvPr id="106" name="Google Shape;106;p3"/>
            <p:cNvSpPr/>
            <p:nvPr/>
          </p:nvSpPr>
          <p:spPr>
            <a:xfrm>
              <a:off x="1666875"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dk2"/>
                </a:gs>
                <a:gs pos="100000">
                  <a:srgbClr val="B3FFFF"/>
                </a:gs>
              </a:gsLst>
              <a:lin ang="5400000" scaled="0"/>
            </a:gradFill>
            <a:ln>
              <a:noFill/>
            </a:ln>
          </p:spPr>
        </p:sp>
        <p:sp>
          <p:nvSpPr>
            <p:cNvPr id="107" name="Google Shape;107;p3"/>
            <p:cNvSpPr/>
            <p:nvPr/>
          </p:nvSpPr>
          <p:spPr>
            <a:xfrm>
              <a:off x="1709738"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1709738"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1766888" y="6330950"/>
              <a:ext cx="419100" cy="527050"/>
            </a:xfrm>
            <a:custGeom>
              <a:rect b="b" l="l" r="r" t="t"/>
              <a:pathLst>
                <a:path extrusionOk="0" h="332" w="264">
                  <a:moveTo>
                    <a:pt x="12" y="332"/>
                  </a:moveTo>
                  <a:lnTo>
                    <a:pt x="0" y="326"/>
                  </a:lnTo>
                  <a:lnTo>
                    <a:pt x="45" y="206"/>
                  </a:lnTo>
                  <a:lnTo>
                    <a:pt x="255" y="0"/>
                  </a:lnTo>
                  <a:lnTo>
                    <a:pt x="264" y="12"/>
                  </a:lnTo>
                  <a:lnTo>
                    <a:pt x="60" y="215"/>
                  </a:lnTo>
                  <a:lnTo>
                    <a:pt x="12" y="332"/>
                  </a:lnTo>
                  <a:close/>
                </a:path>
              </a:pathLst>
            </a:custGeom>
            <a:gradFill>
              <a:gsLst>
                <a:gs pos="0">
                  <a:schemeClr val="dk2"/>
                </a:gs>
                <a:gs pos="100000">
                  <a:srgbClr val="B3FFFF"/>
                </a:gs>
              </a:gsLst>
              <a:lin ang="5400000" scaled="0"/>
            </a:gradFill>
            <a:ln>
              <a:noFill/>
            </a:ln>
          </p:spPr>
        </p:sp>
        <p:sp>
          <p:nvSpPr>
            <p:cNvPr id="110" name="Google Shape;110;p3"/>
            <p:cNvSpPr/>
            <p:nvPr/>
          </p:nvSpPr>
          <p:spPr>
            <a:xfrm>
              <a:off x="2147888"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504825" y="9525"/>
              <a:ext cx="233363" cy="5103813"/>
            </a:xfrm>
            <a:custGeom>
              <a:rect b="b" l="l" r="r" t="t"/>
              <a:pathLst>
                <a:path extrusionOk="0" h="3215" w="147">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dk2"/>
                </a:gs>
                <a:gs pos="100000">
                  <a:srgbClr val="B3FFFF"/>
                </a:gs>
              </a:gsLst>
              <a:lin ang="5400000" scaled="0"/>
            </a:gradFill>
            <a:ln>
              <a:noFill/>
            </a:ln>
          </p:spPr>
        </p:sp>
        <p:sp>
          <p:nvSpPr>
            <p:cNvPr id="112" name="Google Shape;112;p3"/>
            <p:cNvSpPr/>
            <p:nvPr/>
          </p:nvSpPr>
          <p:spPr>
            <a:xfrm>
              <a:off x="633413" y="5103813"/>
              <a:ext cx="185738" cy="185738"/>
            </a:xfrm>
            <a:custGeom>
              <a:rect b="b" l="l" r="r" t="t"/>
              <a:pathLst>
                <a:path extrusionOk="0" h="39" w="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3"/>
          <p:cNvSpPr txBox="1"/>
          <p:nvPr>
            <p:ph type="ctrTitle"/>
          </p:nvPr>
        </p:nvSpPr>
        <p:spPr>
          <a:xfrm>
            <a:off x="1876424" y="1122363"/>
            <a:ext cx="8791575"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Twentieth Centur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3"/>
          <p:cNvSpPr txBox="1"/>
          <p:nvPr>
            <p:ph idx="1" type="subTitle"/>
          </p:nvPr>
        </p:nvSpPr>
        <p:spPr>
          <a:xfrm>
            <a:off x="1876424" y="3602038"/>
            <a:ext cx="8791575" cy="1655762"/>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dk2"/>
              </a:buClr>
              <a:buSzPts val="2500"/>
              <a:buNone/>
              <a:defRPr sz="2000" cap="none">
                <a:solidFill>
                  <a:schemeClr val="dk2"/>
                </a:solidFill>
              </a:defRPr>
            </a:lvl1pPr>
            <a:lvl2pPr lvl="1" algn="ctr">
              <a:lnSpc>
                <a:spcPct val="120000"/>
              </a:lnSpc>
              <a:spcBef>
                <a:spcPts val="500"/>
              </a:spcBef>
              <a:spcAft>
                <a:spcPts val="0"/>
              </a:spcAft>
              <a:buClr>
                <a:schemeClr val="dk1"/>
              </a:buClr>
              <a:buSzPts val="2500"/>
              <a:buNone/>
              <a:defRPr sz="2000"/>
            </a:lvl2pPr>
            <a:lvl3pPr lvl="2" algn="ctr">
              <a:lnSpc>
                <a:spcPct val="120000"/>
              </a:lnSpc>
              <a:spcBef>
                <a:spcPts val="500"/>
              </a:spcBef>
              <a:spcAft>
                <a:spcPts val="0"/>
              </a:spcAft>
              <a:buClr>
                <a:schemeClr val="dk1"/>
              </a:buClr>
              <a:buSzPts val="2250"/>
              <a:buNone/>
              <a:defRPr sz="1800"/>
            </a:lvl3pPr>
            <a:lvl4pPr lvl="3" algn="ctr">
              <a:lnSpc>
                <a:spcPct val="120000"/>
              </a:lnSpc>
              <a:spcBef>
                <a:spcPts val="500"/>
              </a:spcBef>
              <a:spcAft>
                <a:spcPts val="0"/>
              </a:spcAft>
              <a:buClr>
                <a:schemeClr val="dk1"/>
              </a:buClr>
              <a:buSzPts val="2000"/>
              <a:buNone/>
              <a:defRPr sz="1600"/>
            </a:lvl4pPr>
            <a:lvl5pPr lvl="4" algn="ctr">
              <a:lnSpc>
                <a:spcPct val="120000"/>
              </a:lnSpc>
              <a:spcBef>
                <a:spcPts val="500"/>
              </a:spcBef>
              <a:spcAft>
                <a:spcPts val="0"/>
              </a:spcAft>
              <a:buClr>
                <a:schemeClr val="dk1"/>
              </a:buClr>
              <a:buSzPts val="2000"/>
              <a:buNone/>
              <a:defRPr sz="1600"/>
            </a:lvl5pPr>
            <a:lvl6pPr lvl="5" algn="ctr">
              <a:lnSpc>
                <a:spcPct val="120000"/>
              </a:lnSpc>
              <a:spcBef>
                <a:spcPts val="500"/>
              </a:spcBef>
              <a:spcAft>
                <a:spcPts val="0"/>
              </a:spcAft>
              <a:buClr>
                <a:schemeClr val="dk1"/>
              </a:buClr>
              <a:buSzPts val="2000"/>
              <a:buNone/>
              <a:defRPr sz="1600"/>
            </a:lvl6pPr>
            <a:lvl7pPr lvl="6" algn="ctr">
              <a:lnSpc>
                <a:spcPct val="120000"/>
              </a:lnSpc>
              <a:spcBef>
                <a:spcPts val="500"/>
              </a:spcBef>
              <a:spcAft>
                <a:spcPts val="0"/>
              </a:spcAft>
              <a:buClr>
                <a:schemeClr val="dk1"/>
              </a:buClr>
              <a:buSzPts val="2000"/>
              <a:buNone/>
              <a:defRPr sz="1600"/>
            </a:lvl7pPr>
            <a:lvl8pPr lvl="7" algn="ctr">
              <a:lnSpc>
                <a:spcPct val="120000"/>
              </a:lnSpc>
              <a:spcBef>
                <a:spcPts val="500"/>
              </a:spcBef>
              <a:spcAft>
                <a:spcPts val="0"/>
              </a:spcAft>
              <a:buClr>
                <a:schemeClr val="dk1"/>
              </a:buClr>
              <a:buSzPts val="2000"/>
              <a:buNone/>
              <a:defRPr sz="1600"/>
            </a:lvl8pPr>
            <a:lvl9pPr lvl="8" algn="ctr">
              <a:lnSpc>
                <a:spcPct val="120000"/>
              </a:lnSpc>
              <a:spcBef>
                <a:spcPts val="500"/>
              </a:spcBef>
              <a:spcAft>
                <a:spcPts val="0"/>
              </a:spcAft>
              <a:buClr>
                <a:schemeClr val="dk1"/>
              </a:buClr>
              <a:buSzPts val="2000"/>
              <a:buNone/>
              <a:defRPr sz="1600"/>
            </a:lvl9pPr>
          </a:lstStyle>
          <a:p/>
        </p:txBody>
      </p:sp>
      <p:sp>
        <p:nvSpPr>
          <p:cNvPr id="115" name="Google Shape;115;p3"/>
          <p:cNvSpPr txBox="1"/>
          <p:nvPr>
            <p:ph idx="10" type="dt"/>
          </p:nvPr>
        </p:nvSpPr>
        <p:spPr>
          <a:xfrm>
            <a:off x="7077511" y="5410201"/>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
          <p:cNvSpPr txBox="1"/>
          <p:nvPr>
            <p:ph idx="11" type="ftr"/>
          </p:nvPr>
        </p:nvSpPr>
        <p:spPr>
          <a:xfrm>
            <a:off x="1876424" y="5410201"/>
            <a:ext cx="512488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
          <p:cNvSpPr txBox="1"/>
          <p:nvPr>
            <p:ph idx="12" type="sldNum"/>
          </p:nvPr>
        </p:nvSpPr>
        <p:spPr>
          <a:xfrm>
            <a:off x="9896911" y="5410199"/>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8" name="Shape 118"/>
        <p:cNvGrpSpPr/>
        <p:nvPr/>
      </p:nvGrpSpPr>
      <p:grpSpPr>
        <a:xfrm>
          <a:off x="0" y="0"/>
          <a:ext cx="0" cy="0"/>
          <a:chOff x="0" y="0"/>
          <a:chExt cx="0" cy="0"/>
        </a:xfrm>
      </p:grpSpPr>
      <p:sp>
        <p:nvSpPr>
          <p:cNvPr id="119" name="Google Shape;119;p4"/>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4"/>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21" name="Google Shape;121;p4"/>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4"/>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4" name="Shape 124"/>
        <p:cNvGrpSpPr/>
        <p:nvPr/>
      </p:nvGrpSpPr>
      <p:grpSpPr>
        <a:xfrm>
          <a:off x="0" y="0"/>
          <a:ext cx="0" cy="0"/>
          <a:chOff x="0" y="0"/>
          <a:chExt cx="0" cy="0"/>
        </a:xfrm>
      </p:grpSpPr>
      <p:sp>
        <p:nvSpPr>
          <p:cNvPr id="125" name="Google Shape;125;p5"/>
          <p:cNvSpPr txBox="1"/>
          <p:nvPr>
            <p:ph type="title"/>
          </p:nvPr>
        </p:nvSpPr>
        <p:spPr>
          <a:xfrm>
            <a:off x="1141411" y="1419226"/>
            <a:ext cx="99060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5"/>
          <p:cNvSpPr txBox="1"/>
          <p:nvPr>
            <p:ph idx="1" type="body"/>
          </p:nvPr>
        </p:nvSpPr>
        <p:spPr>
          <a:xfrm>
            <a:off x="1141411" y="4424362"/>
            <a:ext cx="9906000" cy="137477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888888"/>
              </a:buClr>
              <a:buSzPts val="2250"/>
              <a:buNone/>
              <a:defRPr sz="1800" cap="none">
                <a:solidFill>
                  <a:srgbClr val="888888"/>
                </a:solidFill>
              </a:defRPr>
            </a:lvl1pPr>
            <a:lvl2pPr indent="-228600" lvl="1" marL="914400" algn="l">
              <a:lnSpc>
                <a:spcPct val="120000"/>
              </a:lnSpc>
              <a:spcBef>
                <a:spcPts val="500"/>
              </a:spcBef>
              <a:spcAft>
                <a:spcPts val="0"/>
              </a:spcAft>
              <a:buClr>
                <a:srgbClr val="888888"/>
              </a:buClr>
              <a:buSzPts val="2250"/>
              <a:buNone/>
              <a:defRPr sz="1800">
                <a:solidFill>
                  <a:srgbClr val="888888"/>
                </a:solidFill>
              </a:defRPr>
            </a:lvl2pPr>
            <a:lvl3pPr indent="-228600" lvl="2" marL="1371600" algn="l">
              <a:lnSpc>
                <a:spcPct val="120000"/>
              </a:lnSpc>
              <a:spcBef>
                <a:spcPts val="500"/>
              </a:spcBef>
              <a:spcAft>
                <a:spcPts val="0"/>
              </a:spcAft>
              <a:buClr>
                <a:srgbClr val="888888"/>
              </a:buClr>
              <a:buSzPts val="2250"/>
              <a:buNone/>
              <a:defRPr sz="1800">
                <a:solidFill>
                  <a:srgbClr val="888888"/>
                </a:solidFill>
              </a:defRPr>
            </a:lvl3pPr>
            <a:lvl4pPr indent="-228600" lvl="3" marL="1828800" algn="l">
              <a:lnSpc>
                <a:spcPct val="120000"/>
              </a:lnSpc>
              <a:spcBef>
                <a:spcPts val="500"/>
              </a:spcBef>
              <a:spcAft>
                <a:spcPts val="0"/>
              </a:spcAft>
              <a:buClr>
                <a:srgbClr val="888888"/>
              </a:buClr>
              <a:buSzPts val="2000"/>
              <a:buNone/>
              <a:defRPr sz="1600">
                <a:solidFill>
                  <a:srgbClr val="888888"/>
                </a:solidFill>
              </a:defRPr>
            </a:lvl4pPr>
            <a:lvl5pPr indent="-228600" lvl="4" marL="2286000" algn="l">
              <a:lnSpc>
                <a:spcPct val="120000"/>
              </a:lnSpc>
              <a:spcBef>
                <a:spcPts val="500"/>
              </a:spcBef>
              <a:spcAft>
                <a:spcPts val="0"/>
              </a:spcAft>
              <a:buClr>
                <a:srgbClr val="888888"/>
              </a:buClr>
              <a:buSzPts val="2000"/>
              <a:buNone/>
              <a:defRPr sz="1600">
                <a:solidFill>
                  <a:srgbClr val="888888"/>
                </a:solidFill>
              </a:defRPr>
            </a:lvl5pPr>
            <a:lvl6pPr indent="-228600" lvl="5" marL="2743200" algn="l">
              <a:lnSpc>
                <a:spcPct val="120000"/>
              </a:lnSpc>
              <a:spcBef>
                <a:spcPts val="500"/>
              </a:spcBef>
              <a:spcAft>
                <a:spcPts val="0"/>
              </a:spcAft>
              <a:buClr>
                <a:srgbClr val="888888"/>
              </a:buClr>
              <a:buSzPts val="2000"/>
              <a:buNone/>
              <a:defRPr sz="1600">
                <a:solidFill>
                  <a:srgbClr val="888888"/>
                </a:solidFill>
              </a:defRPr>
            </a:lvl6pPr>
            <a:lvl7pPr indent="-228600" lvl="6" marL="3200400" algn="l">
              <a:lnSpc>
                <a:spcPct val="120000"/>
              </a:lnSpc>
              <a:spcBef>
                <a:spcPts val="500"/>
              </a:spcBef>
              <a:spcAft>
                <a:spcPts val="0"/>
              </a:spcAft>
              <a:buClr>
                <a:srgbClr val="888888"/>
              </a:buClr>
              <a:buSzPts val="2000"/>
              <a:buNone/>
              <a:defRPr sz="1600">
                <a:solidFill>
                  <a:srgbClr val="888888"/>
                </a:solidFill>
              </a:defRPr>
            </a:lvl7pPr>
            <a:lvl8pPr indent="-228600" lvl="7" marL="3657600" algn="l">
              <a:lnSpc>
                <a:spcPct val="120000"/>
              </a:lnSpc>
              <a:spcBef>
                <a:spcPts val="500"/>
              </a:spcBef>
              <a:spcAft>
                <a:spcPts val="0"/>
              </a:spcAft>
              <a:buClr>
                <a:srgbClr val="888888"/>
              </a:buClr>
              <a:buSzPts val="2000"/>
              <a:buNone/>
              <a:defRPr sz="1600">
                <a:solidFill>
                  <a:srgbClr val="888888"/>
                </a:solidFill>
              </a:defRPr>
            </a:lvl8pPr>
            <a:lvl9pPr indent="-228600" lvl="8" marL="4114800" algn="l">
              <a:lnSpc>
                <a:spcPct val="120000"/>
              </a:lnSpc>
              <a:spcBef>
                <a:spcPts val="500"/>
              </a:spcBef>
              <a:spcAft>
                <a:spcPts val="0"/>
              </a:spcAft>
              <a:buClr>
                <a:srgbClr val="888888"/>
              </a:buClr>
              <a:buSzPts val="2000"/>
              <a:buNone/>
              <a:defRPr sz="1600">
                <a:solidFill>
                  <a:srgbClr val="888888"/>
                </a:solidFill>
              </a:defRPr>
            </a:lvl9pPr>
          </a:lstStyle>
          <a:p/>
        </p:txBody>
      </p:sp>
      <p:sp>
        <p:nvSpPr>
          <p:cNvPr id="127" name="Google Shape;127;p5"/>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5"/>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0" name="Shape 130"/>
        <p:cNvGrpSpPr/>
        <p:nvPr/>
      </p:nvGrpSpPr>
      <p:grpSpPr>
        <a:xfrm>
          <a:off x="0" y="0"/>
          <a:ext cx="0" cy="0"/>
          <a:chOff x="0" y="0"/>
          <a:chExt cx="0" cy="0"/>
        </a:xfrm>
      </p:grpSpPr>
      <p:sp>
        <p:nvSpPr>
          <p:cNvPr id="131" name="Google Shape;131;p6"/>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6"/>
          <p:cNvSpPr txBox="1"/>
          <p:nvPr>
            <p:ph idx="1" type="body"/>
          </p:nvPr>
        </p:nvSpPr>
        <p:spPr>
          <a:xfrm>
            <a:off x="1141410" y="2249486"/>
            <a:ext cx="4878389"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33" name="Google Shape;133;p6"/>
          <p:cNvSpPr txBox="1"/>
          <p:nvPr>
            <p:ph idx="2" type="body"/>
          </p:nvPr>
        </p:nvSpPr>
        <p:spPr>
          <a:xfrm>
            <a:off x="6172200" y="2249486"/>
            <a:ext cx="4875211"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34" name="Google Shape;134;p6"/>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6"/>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6"/>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7" name="Shape 137"/>
        <p:cNvGrpSpPr/>
        <p:nvPr/>
      </p:nvGrpSpPr>
      <p:grpSpPr>
        <a:xfrm>
          <a:off x="0" y="0"/>
          <a:ext cx="0" cy="0"/>
          <a:chOff x="0" y="0"/>
          <a:chExt cx="0" cy="0"/>
        </a:xfrm>
      </p:grpSpPr>
      <p:sp>
        <p:nvSpPr>
          <p:cNvPr id="138" name="Google Shape;138;p7"/>
          <p:cNvSpPr txBox="1"/>
          <p:nvPr>
            <p:ph type="title"/>
          </p:nvPr>
        </p:nvSpPr>
        <p:spPr>
          <a:xfrm>
            <a:off x="1141411" y="619126"/>
            <a:ext cx="9906000" cy="14779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7"/>
          <p:cNvSpPr txBox="1"/>
          <p:nvPr>
            <p:ph idx="1" type="body"/>
          </p:nvPr>
        </p:nvSpPr>
        <p:spPr>
          <a:xfrm>
            <a:off x="1370019" y="2249486"/>
            <a:ext cx="464978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0" sz="24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140" name="Google Shape;140;p7"/>
          <p:cNvSpPr txBox="1"/>
          <p:nvPr>
            <p:ph idx="2" type="body"/>
          </p:nvPr>
        </p:nvSpPr>
        <p:spPr>
          <a:xfrm>
            <a:off x="1141410" y="3073397"/>
            <a:ext cx="4878391" cy="2717801"/>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41" name="Google Shape;141;p7"/>
          <p:cNvSpPr txBox="1"/>
          <p:nvPr>
            <p:ph idx="3" type="body"/>
          </p:nvPr>
        </p:nvSpPr>
        <p:spPr>
          <a:xfrm>
            <a:off x="6400808" y="2249485"/>
            <a:ext cx="4646602"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0" sz="24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142" name="Google Shape;142;p7"/>
          <p:cNvSpPr txBox="1"/>
          <p:nvPr>
            <p:ph idx="4" type="body"/>
          </p:nvPr>
        </p:nvSpPr>
        <p:spPr>
          <a:xfrm>
            <a:off x="6172200" y="3073397"/>
            <a:ext cx="4875210" cy="2717801"/>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43" name="Google Shape;143;p7"/>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7"/>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7"/>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6" name="Shape 146"/>
        <p:cNvGrpSpPr/>
        <p:nvPr/>
      </p:nvGrpSpPr>
      <p:grpSpPr>
        <a:xfrm>
          <a:off x="0" y="0"/>
          <a:ext cx="0" cy="0"/>
          <a:chOff x="0" y="0"/>
          <a:chExt cx="0" cy="0"/>
        </a:xfrm>
      </p:grpSpPr>
      <p:sp>
        <p:nvSpPr>
          <p:cNvPr id="147" name="Google Shape;147;p8"/>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 name="Google Shape;148;p8"/>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8"/>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8"/>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1" name="Shape 151"/>
        <p:cNvGrpSpPr/>
        <p:nvPr/>
      </p:nvGrpSpPr>
      <p:grpSpPr>
        <a:xfrm>
          <a:off x="0" y="0"/>
          <a:ext cx="0" cy="0"/>
          <a:chOff x="0" y="0"/>
          <a:chExt cx="0" cy="0"/>
        </a:xfrm>
      </p:grpSpPr>
      <p:sp>
        <p:nvSpPr>
          <p:cNvPr id="152" name="Google Shape;152;p9"/>
          <p:cNvSpPr txBox="1"/>
          <p:nvPr>
            <p:ph type="title"/>
          </p:nvPr>
        </p:nvSpPr>
        <p:spPr>
          <a:xfrm>
            <a:off x="1146705" y="609601"/>
            <a:ext cx="3856037" cy="16398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9"/>
          <p:cNvSpPr txBox="1"/>
          <p:nvPr>
            <p:ph idx="1" type="body"/>
          </p:nvPr>
        </p:nvSpPr>
        <p:spPr>
          <a:xfrm>
            <a:off x="5156200" y="592666"/>
            <a:ext cx="5891209" cy="5198534"/>
          </a:xfrm>
          <a:prstGeom prst="rect">
            <a:avLst/>
          </a:prstGeom>
          <a:noFill/>
          <a:ln>
            <a:noFill/>
          </a:ln>
        </p:spPr>
        <p:txBody>
          <a:bodyPr anchorCtr="0" anchor="ctr"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54" name="Google Shape;154;p9"/>
          <p:cNvSpPr txBox="1"/>
          <p:nvPr>
            <p:ph idx="2" type="body"/>
          </p:nvPr>
        </p:nvSpPr>
        <p:spPr>
          <a:xfrm>
            <a:off x="1146705" y="2249486"/>
            <a:ext cx="3856037" cy="354171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000"/>
              <a:buNone/>
              <a:defRPr sz="16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55" name="Google Shape;155;p9"/>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9"/>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9"/>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8" name="Shape 158"/>
        <p:cNvGrpSpPr/>
        <p:nvPr/>
      </p:nvGrpSpPr>
      <p:grpSpPr>
        <a:xfrm>
          <a:off x="0" y="0"/>
          <a:ext cx="0" cy="0"/>
          <a:chOff x="0" y="0"/>
          <a:chExt cx="0" cy="0"/>
        </a:xfrm>
      </p:grpSpPr>
      <p:sp>
        <p:nvSpPr>
          <p:cNvPr id="159" name="Google Shape;159;p10"/>
          <p:cNvSpPr txBox="1"/>
          <p:nvPr>
            <p:ph type="title"/>
          </p:nvPr>
        </p:nvSpPr>
        <p:spPr>
          <a:xfrm>
            <a:off x="1141413" y="609600"/>
            <a:ext cx="5934508" cy="163988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0"/>
          <p:cNvSpPr/>
          <p:nvPr>
            <p:ph idx="2" type="pic"/>
          </p:nvPr>
        </p:nvSpPr>
        <p:spPr>
          <a:xfrm>
            <a:off x="7380721" y="609601"/>
            <a:ext cx="3666690" cy="5181599"/>
          </a:xfrm>
          <a:prstGeom prst="round2DiagRect">
            <a:avLst>
              <a:gd fmla="val 5608"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161" name="Google Shape;161;p10"/>
          <p:cNvSpPr txBox="1"/>
          <p:nvPr>
            <p:ph idx="1" type="body"/>
          </p:nvPr>
        </p:nvSpPr>
        <p:spPr>
          <a:xfrm>
            <a:off x="1141410" y="2249486"/>
            <a:ext cx="5934511" cy="354171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000"/>
              <a:buNone/>
              <a:defRPr sz="16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62" name="Google Shape;162;p10"/>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10"/>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0"/>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65" name="Shape 165"/>
        <p:cNvGrpSpPr/>
        <p:nvPr/>
      </p:nvGrpSpPr>
      <p:grpSpPr>
        <a:xfrm>
          <a:off x="0" y="0"/>
          <a:ext cx="0" cy="0"/>
          <a:chOff x="0" y="0"/>
          <a:chExt cx="0" cy="0"/>
        </a:xfrm>
      </p:grpSpPr>
      <p:sp>
        <p:nvSpPr>
          <p:cNvPr id="166" name="Google Shape;166;p11"/>
          <p:cNvSpPr txBox="1"/>
          <p:nvPr>
            <p:ph type="title"/>
          </p:nvPr>
        </p:nvSpPr>
        <p:spPr>
          <a:xfrm>
            <a:off x="1141410" y="4304664"/>
            <a:ext cx="9912355"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11"/>
          <p:cNvSpPr/>
          <p:nvPr>
            <p:ph idx="2" type="pic"/>
          </p:nvPr>
        </p:nvSpPr>
        <p:spPr>
          <a:xfrm>
            <a:off x="1141411" y="606426"/>
            <a:ext cx="9912354" cy="3299778"/>
          </a:xfrm>
          <a:prstGeom prst="round2DiagRect">
            <a:avLst>
              <a:gd fmla="val 4860"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168" name="Google Shape;168;p11"/>
          <p:cNvSpPr txBox="1"/>
          <p:nvPr>
            <p:ph idx="1" type="body"/>
          </p:nvPr>
        </p:nvSpPr>
        <p:spPr>
          <a:xfrm>
            <a:off x="1141364" y="5124020"/>
            <a:ext cx="9910859" cy="68247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000"/>
              <a:buNone/>
              <a:defRPr sz="16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69" name="Google Shape;169;p11"/>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11"/>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1"/>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72" name="Shape 172"/>
        <p:cNvGrpSpPr/>
        <p:nvPr/>
      </p:nvGrpSpPr>
      <p:grpSpPr>
        <a:xfrm>
          <a:off x="0" y="0"/>
          <a:ext cx="0" cy="0"/>
          <a:chOff x="0" y="0"/>
          <a:chExt cx="0" cy="0"/>
        </a:xfrm>
      </p:grpSpPr>
      <p:sp>
        <p:nvSpPr>
          <p:cNvPr id="173" name="Google Shape;173;p12"/>
          <p:cNvSpPr txBox="1"/>
          <p:nvPr>
            <p:ph type="title"/>
          </p:nvPr>
        </p:nvSpPr>
        <p:spPr>
          <a:xfrm>
            <a:off x="1141456" y="609600"/>
            <a:ext cx="9905955" cy="3429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12"/>
          <p:cNvSpPr txBox="1"/>
          <p:nvPr>
            <p:ph idx="1" type="body"/>
          </p:nvPr>
        </p:nvSpPr>
        <p:spPr>
          <a:xfrm>
            <a:off x="1141410" y="4419599"/>
            <a:ext cx="9904459" cy="1371599"/>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sz="18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75" name="Google Shape;175;p12"/>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12"/>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12"/>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78" name="Shape 178"/>
        <p:cNvGrpSpPr/>
        <p:nvPr/>
      </p:nvGrpSpPr>
      <p:grpSpPr>
        <a:xfrm>
          <a:off x="0" y="0"/>
          <a:ext cx="0" cy="0"/>
          <a:chOff x="0" y="0"/>
          <a:chExt cx="0" cy="0"/>
        </a:xfrm>
      </p:grpSpPr>
      <p:sp>
        <p:nvSpPr>
          <p:cNvPr id="179" name="Google Shape;179;p13"/>
          <p:cNvSpPr txBox="1"/>
          <p:nvPr>
            <p:ph type="title"/>
          </p:nvPr>
        </p:nvSpPr>
        <p:spPr>
          <a:xfrm>
            <a:off x="1446212" y="609599"/>
            <a:ext cx="9302752" cy="274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 name="Google Shape;180;p13"/>
          <p:cNvSpPr txBox="1"/>
          <p:nvPr>
            <p:ph idx="1" type="body"/>
          </p:nvPr>
        </p:nvSpPr>
        <p:spPr>
          <a:xfrm>
            <a:off x="1720644" y="3365557"/>
            <a:ext cx="8752299" cy="54896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81" name="Google Shape;181;p13"/>
          <p:cNvSpPr txBox="1"/>
          <p:nvPr>
            <p:ph idx="2" type="body"/>
          </p:nvPr>
        </p:nvSpPr>
        <p:spPr>
          <a:xfrm>
            <a:off x="1141411" y="4309919"/>
            <a:ext cx="9906002" cy="1489496"/>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sz="18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82" name="Google Shape;182;p13"/>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13"/>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13"/>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5" name="Google Shape;185;p13"/>
          <p:cNvSpPr txBox="1"/>
          <p:nvPr/>
        </p:nvSpPr>
        <p:spPr>
          <a:xfrm>
            <a:off x="903512" y="732394"/>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Twentieth Century"/>
              <a:buNone/>
            </a:pPr>
            <a:r>
              <a:rPr b="0" lang="en-US" sz="8000" cap="none">
                <a:solidFill>
                  <a:schemeClr val="dk1"/>
                </a:solidFill>
                <a:latin typeface="Twentieth Century"/>
                <a:ea typeface="Twentieth Century"/>
                <a:cs typeface="Twentieth Century"/>
                <a:sym typeface="Twentieth Century"/>
              </a:rPr>
              <a:t>“</a:t>
            </a:r>
            <a:endParaRPr/>
          </a:p>
        </p:txBody>
      </p:sp>
      <p:sp>
        <p:nvSpPr>
          <p:cNvPr id="186" name="Google Shape;186;p13"/>
          <p:cNvSpPr txBox="1"/>
          <p:nvPr/>
        </p:nvSpPr>
        <p:spPr>
          <a:xfrm>
            <a:off x="10537370" y="2764972"/>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Twentieth Century"/>
              <a:buNone/>
            </a:pPr>
            <a:r>
              <a:rPr b="0" lang="en-US" sz="8000" cap="none">
                <a:solidFill>
                  <a:schemeClr val="dk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87" name="Shape 187"/>
        <p:cNvGrpSpPr/>
        <p:nvPr/>
      </p:nvGrpSpPr>
      <p:grpSpPr>
        <a:xfrm>
          <a:off x="0" y="0"/>
          <a:ext cx="0" cy="0"/>
          <a:chOff x="0" y="0"/>
          <a:chExt cx="0" cy="0"/>
        </a:xfrm>
      </p:grpSpPr>
      <p:sp>
        <p:nvSpPr>
          <p:cNvPr id="188" name="Google Shape;188;p14"/>
          <p:cNvSpPr txBox="1"/>
          <p:nvPr>
            <p:ph type="title"/>
          </p:nvPr>
        </p:nvSpPr>
        <p:spPr>
          <a:xfrm>
            <a:off x="1141410" y="2134041"/>
            <a:ext cx="9906001"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14"/>
          <p:cNvSpPr txBox="1"/>
          <p:nvPr>
            <p:ph idx="1" type="body"/>
          </p:nvPr>
        </p:nvSpPr>
        <p:spPr>
          <a:xfrm>
            <a:off x="1141364" y="4657655"/>
            <a:ext cx="9904505" cy="114064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sz="18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90" name="Google Shape;190;p14"/>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14"/>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4"/>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3" name="Shape 193"/>
        <p:cNvGrpSpPr/>
        <p:nvPr/>
      </p:nvGrpSpPr>
      <p:grpSpPr>
        <a:xfrm>
          <a:off x="0" y="0"/>
          <a:ext cx="0" cy="0"/>
          <a:chOff x="0" y="0"/>
          <a:chExt cx="0" cy="0"/>
        </a:xfrm>
      </p:grpSpPr>
      <p:sp>
        <p:nvSpPr>
          <p:cNvPr id="194" name="Google Shape;194;p15"/>
          <p:cNvSpPr txBox="1"/>
          <p:nvPr>
            <p:ph type="title"/>
          </p:nvPr>
        </p:nvSpPr>
        <p:spPr>
          <a:xfrm>
            <a:off x="1141413" y="609600"/>
            <a:ext cx="9905998" cy="1905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15"/>
          <p:cNvSpPr txBox="1"/>
          <p:nvPr>
            <p:ph idx="1" type="body"/>
          </p:nvPr>
        </p:nvSpPr>
        <p:spPr>
          <a:xfrm>
            <a:off x="1141410" y="2674463"/>
            <a:ext cx="3196899"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000"/>
              <a:buNone/>
              <a:defRPr b="0" sz="24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196" name="Google Shape;196;p15"/>
          <p:cNvSpPr txBox="1"/>
          <p:nvPr>
            <p:ph idx="2" type="body"/>
          </p:nvPr>
        </p:nvSpPr>
        <p:spPr>
          <a:xfrm>
            <a:off x="1127918" y="3360263"/>
            <a:ext cx="3208735"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197" name="Google Shape;197;p15"/>
          <p:cNvSpPr txBox="1"/>
          <p:nvPr>
            <p:ph idx="3" type="body"/>
          </p:nvPr>
        </p:nvSpPr>
        <p:spPr>
          <a:xfrm>
            <a:off x="4514766" y="2677635"/>
            <a:ext cx="3184385"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000"/>
              <a:buNone/>
              <a:defRPr b="0" sz="24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198" name="Google Shape;198;p15"/>
          <p:cNvSpPr txBox="1"/>
          <p:nvPr>
            <p:ph idx="4" type="body"/>
          </p:nvPr>
        </p:nvSpPr>
        <p:spPr>
          <a:xfrm>
            <a:off x="4504213" y="3363435"/>
            <a:ext cx="3195830"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199" name="Google Shape;199;p15"/>
          <p:cNvSpPr txBox="1"/>
          <p:nvPr>
            <p:ph idx="5" type="body"/>
          </p:nvPr>
        </p:nvSpPr>
        <p:spPr>
          <a:xfrm>
            <a:off x="7852442" y="2674463"/>
            <a:ext cx="3194968"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000"/>
              <a:buNone/>
              <a:defRPr b="0" sz="24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200" name="Google Shape;200;p15"/>
          <p:cNvSpPr txBox="1"/>
          <p:nvPr>
            <p:ph idx="6" type="body"/>
          </p:nvPr>
        </p:nvSpPr>
        <p:spPr>
          <a:xfrm>
            <a:off x="7852442" y="3360263"/>
            <a:ext cx="3194968"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201" name="Google Shape;201;p15"/>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5"/>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15"/>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04" name="Shape 204"/>
        <p:cNvGrpSpPr/>
        <p:nvPr/>
      </p:nvGrpSpPr>
      <p:grpSpPr>
        <a:xfrm>
          <a:off x="0" y="0"/>
          <a:ext cx="0" cy="0"/>
          <a:chOff x="0" y="0"/>
          <a:chExt cx="0" cy="0"/>
        </a:xfrm>
      </p:grpSpPr>
      <p:sp>
        <p:nvSpPr>
          <p:cNvPr id="205" name="Google Shape;205;p16"/>
          <p:cNvSpPr txBox="1"/>
          <p:nvPr>
            <p:ph type="title"/>
          </p:nvPr>
        </p:nvSpPr>
        <p:spPr>
          <a:xfrm>
            <a:off x="1141411" y="609600"/>
            <a:ext cx="9905999" cy="1905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16"/>
          <p:cNvSpPr txBox="1"/>
          <p:nvPr>
            <p:ph idx="1" type="body"/>
          </p:nvPr>
        </p:nvSpPr>
        <p:spPr>
          <a:xfrm>
            <a:off x="1141413" y="4404596"/>
            <a:ext cx="3195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500"/>
              <a:buNone/>
              <a:defRPr b="0" sz="20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207" name="Google Shape;207;p16"/>
          <p:cNvSpPr/>
          <p:nvPr>
            <p:ph idx="2" type="pic"/>
          </p:nvPr>
        </p:nvSpPr>
        <p:spPr>
          <a:xfrm>
            <a:off x="1141413" y="2666998"/>
            <a:ext cx="3195240" cy="1524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08" name="Google Shape;208;p16"/>
          <p:cNvSpPr txBox="1"/>
          <p:nvPr>
            <p:ph idx="3" type="body"/>
          </p:nvPr>
        </p:nvSpPr>
        <p:spPr>
          <a:xfrm>
            <a:off x="1141413" y="4980858"/>
            <a:ext cx="3195240" cy="81784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209" name="Google Shape;209;p16"/>
          <p:cNvSpPr txBox="1"/>
          <p:nvPr>
            <p:ph idx="4" type="body"/>
          </p:nvPr>
        </p:nvSpPr>
        <p:spPr>
          <a:xfrm>
            <a:off x="4489053" y="4404596"/>
            <a:ext cx="320040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500"/>
              <a:buNone/>
              <a:defRPr b="0" sz="20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210" name="Google Shape;210;p16"/>
          <p:cNvSpPr/>
          <p:nvPr>
            <p:ph idx="5" type="pic"/>
          </p:nvPr>
        </p:nvSpPr>
        <p:spPr>
          <a:xfrm>
            <a:off x="4489053" y="2666998"/>
            <a:ext cx="3198940" cy="1524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1" name="Google Shape;211;p16"/>
          <p:cNvSpPr txBox="1"/>
          <p:nvPr>
            <p:ph idx="6" type="body"/>
          </p:nvPr>
        </p:nvSpPr>
        <p:spPr>
          <a:xfrm>
            <a:off x="4487593" y="4980857"/>
            <a:ext cx="3200400" cy="8103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212" name="Google Shape;212;p16"/>
          <p:cNvSpPr txBox="1"/>
          <p:nvPr>
            <p:ph idx="7" type="body"/>
          </p:nvPr>
        </p:nvSpPr>
        <p:spPr>
          <a:xfrm>
            <a:off x="7852567" y="4404595"/>
            <a:ext cx="3190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500"/>
              <a:buNone/>
              <a:defRPr b="0" sz="20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213" name="Google Shape;213;p16"/>
          <p:cNvSpPr/>
          <p:nvPr>
            <p:ph idx="8" type="pic"/>
          </p:nvPr>
        </p:nvSpPr>
        <p:spPr>
          <a:xfrm>
            <a:off x="7852442" y="2666998"/>
            <a:ext cx="3194969" cy="1524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4" name="Google Shape;214;p16"/>
          <p:cNvSpPr txBox="1"/>
          <p:nvPr>
            <p:ph idx="9" type="body"/>
          </p:nvPr>
        </p:nvSpPr>
        <p:spPr>
          <a:xfrm>
            <a:off x="7852442" y="4980854"/>
            <a:ext cx="3194968" cy="81034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215" name="Google Shape;215;p16"/>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16"/>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16"/>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p17"/>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17"/>
          <p:cNvSpPr txBox="1"/>
          <p:nvPr>
            <p:ph idx="1" type="body"/>
          </p:nvPr>
        </p:nvSpPr>
        <p:spPr>
          <a:xfrm rot="5400000">
            <a:off x="4323555" y="-932655"/>
            <a:ext cx="3541714" cy="9905999"/>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221" name="Google Shape;221;p17"/>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17"/>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17"/>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p18"/>
          <p:cNvSpPr txBox="1"/>
          <p:nvPr>
            <p:ph type="title"/>
          </p:nvPr>
        </p:nvSpPr>
        <p:spPr>
          <a:xfrm rot="5400000">
            <a:off x="7454105" y="2197894"/>
            <a:ext cx="5181601" cy="200501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18"/>
          <p:cNvSpPr txBox="1"/>
          <p:nvPr>
            <p:ph idx="1" type="body"/>
          </p:nvPr>
        </p:nvSpPr>
        <p:spPr>
          <a:xfrm rot="5400000">
            <a:off x="2424905" y="-673895"/>
            <a:ext cx="5181601" cy="7748590"/>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227" name="Google Shape;227;p18"/>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18"/>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18"/>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descr="\\DROBO-FS\QuickDrops\JB\PPTX NG\Droplets\LightingOverlay.png" id="6" name="Google Shape;6;p1"/>
          <p:cNvPicPr preferRelativeResize="0"/>
          <p:nvPr/>
        </p:nvPicPr>
        <p:blipFill rotWithShape="1">
          <a:blip r:embed="rId2">
            <a:alphaModFix amt="30000"/>
          </a:blip>
          <a:srcRect b="0" l="0" r="0" t="0"/>
          <a:stretch/>
        </p:blipFill>
        <p:spPr>
          <a:xfrm>
            <a:off x="0" y="-1"/>
            <a:ext cx="12192003" cy="6858001"/>
          </a:xfrm>
          <a:prstGeom prst="rect">
            <a:avLst/>
          </a:prstGeom>
          <a:noFill/>
          <a:ln>
            <a:noFill/>
          </a:ln>
        </p:spPr>
      </p:pic>
      <p:grpSp>
        <p:nvGrpSpPr>
          <p:cNvPr id="7" name="Google Shape;7;p1"/>
          <p:cNvGrpSpPr/>
          <p:nvPr/>
        </p:nvGrpSpPr>
        <p:grpSpPr>
          <a:xfrm>
            <a:off x="-14288" y="0"/>
            <a:ext cx="12053888" cy="6858001"/>
            <a:chOff x="-14288" y="0"/>
            <a:chExt cx="12053888" cy="6858001"/>
          </a:xfrm>
        </p:grpSpPr>
        <p:grpSp>
          <p:nvGrpSpPr>
            <p:cNvPr id="8" name="Google Shape;8;p1"/>
            <p:cNvGrpSpPr/>
            <p:nvPr/>
          </p:nvGrpSpPr>
          <p:grpSpPr>
            <a:xfrm>
              <a:off x="-14288" y="0"/>
              <a:ext cx="1220788" cy="6858001"/>
              <a:chOff x="-14288" y="0"/>
              <a:chExt cx="1220788" cy="6858001"/>
            </a:xfrm>
          </p:grpSpPr>
          <p:sp>
            <p:nvSpPr>
              <p:cNvPr id="9" name="Google Shape;9;p1"/>
              <p:cNvSpPr/>
              <p:nvPr/>
            </p:nvSpPr>
            <p:spPr>
              <a:xfrm>
                <a:off x="114300" y="4763"/>
                <a:ext cx="23813" cy="2181225"/>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
              <p:cNvSpPr/>
              <p:nvPr/>
            </p:nvSpPr>
            <p:spPr>
              <a:xfrm>
                <a:off x="33337"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28575"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200025" y="4763"/>
                <a:ext cx="369888" cy="1811338"/>
              </a:xfrm>
              <a:custGeom>
                <a:rect b="b" l="l" r="r" t="t"/>
                <a:pathLst>
                  <a:path extrusionOk="0" h="1141" w="233">
                    <a:moveTo>
                      <a:pt x="218" y="1141"/>
                    </a:moveTo>
                    <a:lnTo>
                      <a:pt x="0" y="626"/>
                    </a:lnTo>
                    <a:lnTo>
                      <a:pt x="0" y="0"/>
                    </a:lnTo>
                    <a:lnTo>
                      <a:pt x="15" y="0"/>
                    </a:lnTo>
                    <a:lnTo>
                      <a:pt x="15" y="623"/>
                    </a:lnTo>
                    <a:lnTo>
                      <a:pt x="233" y="1135"/>
                    </a:lnTo>
                    <a:lnTo>
                      <a:pt x="218" y="1141"/>
                    </a:lnTo>
                    <a:close/>
                  </a:path>
                </a:pathLst>
              </a:custGeom>
              <a:gradFill>
                <a:gsLst>
                  <a:gs pos="0">
                    <a:schemeClr val="dk2"/>
                  </a:gs>
                  <a:gs pos="100000">
                    <a:srgbClr val="B3FFFF"/>
                  </a:gs>
                </a:gsLst>
                <a:lin ang="5400000" scaled="0"/>
              </a:gradFill>
              <a:ln>
                <a:noFill/>
              </a:ln>
            </p:spPr>
          </p:sp>
          <p:sp>
            <p:nvSpPr>
              <p:cNvPr id="13" name="Google Shape;13;p1"/>
              <p:cNvSpPr/>
              <p:nvPr/>
            </p:nvSpPr>
            <p:spPr>
              <a:xfrm>
                <a:off x="503237" y="1801813"/>
                <a:ext cx="190500" cy="188913"/>
              </a:xfrm>
              <a:custGeom>
                <a:rect b="b" l="l" r="r" t="t"/>
                <a:pathLst>
                  <a:path extrusionOk="0" h="40" w="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285750" y="4763"/>
                <a:ext cx="369888" cy="1430338"/>
              </a:xfrm>
              <a:custGeom>
                <a:rect b="b" l="l" r="r" t="t"/>
                <a:pathLst>
                  <a:path extrusionOk="0" h="901" w="233">
                    <a:moveTo>
                      <a:pt x="221" y="901"/>
                    </a:moveTo>
                    <a:lnTo>
                      <a:pt x="0" y="383"/>
                    </a:lnTo>
                    <a:lnTo>
                      <a:pt x="0" y="0"/>
                    </a:lnTo>
                    <a:lnTo>
                      <a:pt x="18" y="0"/>
                    </a:lnTo>
                    <a:lnTo>
                      <a:pt x="18" y="380"/>
                    </a:lnTo>
                    <a:lnTo>
                      <a:pt x="233" y="895"/>
                    </a:lnTo>
                    <a:lnTo>
                      <a:pt x="221" y="901"/>
                    </a:lnTo>
                    <a:close/>
                  </a:path>
                </a:pathLst>
              </a:custGeom>
              <a:gradFill>
                <a:gsLst>
                  <a:gs pos="0">
                    <a:schemeClr val="dk2"/>
                  </a:gs>
                  <a:gs pos="100000">
                    <a:srgbClr val="B3FFFF"/>
                  </a:gs>
                </a:gsLst>
                <a:lin ang="5400000" scaled="0"/>
              </a:gradFill>
              <a:ln>
                <a:noFill/>
              </a:ln>
            </p:spPr>
          </p:sp>
          <p:sp>
            <p:nvSpPr>
              <p:cNvPr id="15" name="Google Shape;15;p1"/>
              <p:cNvSpPr/>
              <p:nvPr/>
            </p:nvSpPr>
            <p:spPr>
              <a:xfrm>
                <a:off x="546100"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dk2"/>
                  </a:gs>
                  <a:gs pos="100000">
                    <a:srgbClr val="B3FFFF"/>
                  </a:gs>
                </a:gsLst>
                <a:lin ang="5400000" scaled="0"/>
              </a:gradFill>
              <a:ln>
                <a:noFill/>
              </a:ln>
            </p:spPr>
          </p:sp>
          <p:sp>
            <p:nvSpPr>
              <p:cNvPr id="16" name="Google Shape;16;p1"/>
              <p:cNvSpPr/>
              <p:nvPr/>
            </p:nvSpPr>
            <p:spPr>
              <a:xfrm>
                <a:off x="588962" y="1420813"/>
                <a:ext cx="190500" cy="190500"/>
              </a:xfrm>
              <a:custGeom>
                <a:rect b="b" l="l" r="r" t="t"/>
                <a:pathLst>
                  <a:path extrusionOk="0" h="40" w="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88962"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41350" y="0"/>
                <a:ext cx="422275" cy="527050"/>
              </a:xfrm>
              <a:custGeom>
                <a:rect b="b" l="l" r="r" t="t"/>
                <a:pathLst>
                  <a:path extrusionOk="0" h="332" w="266">
                    <a:moveTo>
                      <a:pt x="257" y="332"/>
                    </a:moveTo>
                    <a:lnTo>
                      <a:pt x="48" y="123"/>
                    </a:lnTo>
                    <a:lnTo>
                      <a:pt x="0" y="6"/>
                    </a:lnTo>
                    <a:lnTo>
                      <a:pt x="15" y="0"/>
                    </a:lnTo>
                    <a:lnTo>
                      <a:pt x="63" y="114"/>
                    </a:lnTo>
                    <a:lnTo>
                      <a:pt x="266" y="320"/>
                    </a:lnTo>
                    <a:lnTo>
                      <a:pt x="257" y="332"/>
                    </a:lnTo>
                    <a:close/>
                  </a:path>
                </a:pathLst>
              </a:custGeom>
              <a:gradFill>
                <a:gsLst>
                  <a:gs pos="0">
                    <a:schemeClr val="dk2"/>
                  </a:gs>
                  <a:gs pos="100000">
                    <a:srgbClr val="B3FFFF"/>
                  </a:gs>
                </a:gsLst>
                <a:lin ang="5400000" scaled="0"/>
              </a:gradFill>
              <a:ln>
                <a:noFill/>
              </a:ln>
            </p:spPr>
          </p:sp>
          <p:sp>
            <p:nvSpPr>
              <p:cNvPr id="19" name="Google Shape;19;p1"/>
              <p:cNvSpPr/>
              <p:nvPr/>
            </p:nvSpPr>
            <p:spPr>
              <a:xfrm>
                <a:off x="1020762"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 name="Google Shape;20;p1"/>
              <p:cNvCxnSpPr/>
              <p:nvPr/>
            </p:nvCxnSpPr>
            <p:spPr>
              <a:xfrm>
                <a:off x="-4763" y="9525"/>
                <a:ext cx="0" cy="0"/>
              </a:xfrm>
              <a:prstGeom prst="straightConnector1">
                <a:avLst/>
              </a:prstGeom>
              <a:gradFill>
                <a:gsLst>
                  <a:gs pos="0">
                    <a:schemeClr val="dk2"/>
                  </a:gs>
                  <a:gs pos="100000">
                    <a:srgbClr val="B3FFFF"/>
                  </a:gs>
                </a:gsLst>
                <a:lin ang="5400000" scaled="0"/>
              </a:gradFill>
              <a:ln cap="flat" cmpd="sng" w="9525">
                <a:solidFill>
                  <a:srgbClr val="FFFFFF"/>
                </a:solidFill>
                <a:prstDash val="solid"/>
                <a:miter lim="800000"/>
                <a:headEnd len="med" w="med" type="none"/>
                <a:tailEnd len="med" w="med" type="none"/>
              </a:ln>
            </p:spPr>
          </p:cxnSp>
          <p:sp>
            <p:nvSpPr>
              <p:cNvPr id="21" name="Google Shape;21;p1"/>
              <p:cNvSpPr/>
              <p:nvPr/>
            </p:nvSpPr>
            <p:spPr>
              <a:xfrm>
                <a:off x="9525" y="1801813"/>
                <a:ext cx="123825" cy="127000"/>
              </a:xfrm>
              <a:custGeom>
                <a:rect b="b" l="l" r="r" t="t"/>
                <a:pathLst>
                  <a:path extrusionOk="0" h="80" w="78">
                    <a:moveTo>
                      <a:pt x="6" y="80"/>
                    </a:moveTo>
                    <a:lnTo>
                      <a:pt x="0" y="71"/>
                    </a:lnTo>
                    <a:lnTo>
                      <a:pt x="69" y="0"/>
                    </a:lnTo>
                    <a:lnTo>
                      <a:pt x="78" y="9"/>
                    </a:lnTo>
                    <a:lnTo>
                      <a:pt x="6" y="80"/>
                    </a:lnTo>
                    <a:close/>
                  </a:path>
                </a:pathLst>
              </a:custGeom>
              <a:gradFill>
                <a:gsLst>
                  <a:gs pos="0">
                    <a:schemeClr val="dk2"/>
                  </a:gs>
                  <a:gs pos="100000">
                    <a:srgbClr val="B3FFFF"/>
                  </a:gs>
                </a:gsLst>
                <a:lin ang="5400000" scaled="0"/>
              </a:gradFill>
              <a:ln>
                <a:noFill/>
              </a:ln>
            </p:spPr>
          </p:sp>
          <p:sp>
            <p:nvSpPr>
              <p:cNvPr id="22" name="Google Shape;22;p1"/>
              <p:cNvSpPr/>
              <p:nvPr/>
            </p:nvSpPr>
            <p:spPr>
              <a:xfrm>
                <a:off x="-9525" y="3549650"/>
                <a:ext cx="147638" cy="481013"/>
              </a:xfrm>
              <a:custGeom>
                <a:rect b="b" l="l" r="r" t="t"/>
                <a:pathLst>
                  <a:path extrusionOk="0" h="303" w="93">
                    <a:moveTo>
                      <a:pt x="93" y="303"/>
                    </a:moveTo>
                    <a:lnTo>
                      <a:pt x="78" y="303"/>
                    </a:lnTo>
                    <a:lnTo>
                      <a:pt x="78" y="78"/>
                    </a:lnTo>
                    <a:lnTo>
                      <a:pt x="0" y="12"/>
                    </a:lnTo>
                    <a:lnTo>
                      <a:pt x="12" y="0"/>
                    </a:lnTo>
                    <a:lnTo>
                      <a:pt x="93" y="69"/>
                    </a:lnTo>
                    <a:lnTo>
                      <a:pt x="93" y="303"/>
                    </a:lnTo>
                    <a:close/>
                  </a:path>
                </a:pathLst>
              </a:custGeom>
              <a:gradFill>
                <a:gsLst>
                  <a:gs pos="0">
                    <a:schemeClr val="dk2"/>
                  </a:gs>
                  <a:gs pos="100000">
                    <a:srgbClr val="B3FFFF"/>
                  </a:gs>
                </a:gsLst>
                <a:lin ang="5400000" scaled="0"/>
              </a:gradFill>
              <a:ln>
                <a:noFill/>
              </a:ln>
            </p:spPr>
          </p:sp>
          <p:sp>
            <p:nvSpPr>
              <p:cNvPr id="23" name="Google Shape;23;p1"/>
              <p:cNvSpPr/>
              <p:nvPr/>
            </p:nvSpPr>
            <p:spPr>
              <a:xfrm>
                <a:off x="128587"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dk2"/>
                  </a:gs>
                  <a:gs pos="100000">
                    <a:srgbClr val="B3FFFF"/>
                  </a:gs>
                </a:gsLst>
                <a:lin ang="5400000" scaled="0"/>
              </a:gradFill>
              <a:ln>
                <a:noFill/>
              </a:ln>
            </p:spPr>
          </p:sp>
          <p:sp>
            <p:nvSpPr>
              <p:cNvPr id="24" name="Google Shape;24;p1"/>
              <p:cNvSpPr/>
              <p:nvPr/>
            </p:nvSpPr>
            <p:spPr>
              <a:xfrm>
                <a:off x="204787" y="1849438"/>
                <a:ext cx="114300" cy="107950"/>
              </a:xfrm>
              <a:custGeom>
                <a:rect b="b" l="l" r="r" t="t"/>
                <a:pathLst>
                  <a:path extrusionOk="0" h="23" w="24">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133350" y="4662488"/>
                <a:ext cx="23813" cy="2181225"/>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223837" y="5041900"/>
                <a:ext cx="369888" cy="1801813"/>
              </a:xfrm>
              <a:custGeom>
                <a:rect b="b" l="l" r="r" t="t"/>
                <a:pathLst>
                  <a:path extrusionOk="0" h="1135" w="233">
                    <a:moveTo>
                      <a:pt x="15" y="1135"/>
                    </a:moveTo>
                    <a:lnTo>
                      <a:pt x="0" y="1135"/>
                    </a:lnTo>
                    <a:lnTo>
                      <a:pt x="0" y="515"/>
                    </a:lnTo>
                    <a:lnTo>
                      <a:pt x="0" y="512"/>
                    </a:lnTo>
                    <a:lnTo>
                      <a:pt x="218" y="0"/>
                    </a:lnTo>
                    <a:lnTo>
                      <a:pt x="233" y="6"/>
                    </a:lnTo>
                    <a:lnTo>
                      <a:pt x="15" y="518"/>
                    </a:lnTo>
                    <a:lnTo>
                      <a:pt x="15" y="1135"/>
                    </a:lnTo>
                    <a:close/>
                  </a:path>
                </a:pathLst>
              </a:custGeom>
              <a:gradFill>
                <a:gsLst>
                  <a:gs pos="0">
                    <a:schemeClr val="dk2"/>
                  </a:gs>
                  <a:gs pos="100000">
                    <a:srgbClr val="B3FFFF"/>
                  </a:gs>
                </a:gsLst>
                <a:lin ang="5400000" scaled="0"/>
              </a:gradFill>
              <a:ln>
                <a:noFill/>
              </a:ln>
            </p:spPr>
          </p:sp>
          <p:sp>
            <p:nvSpPr>
              <p:cNvPr id="27" name="Google Shape;27;p1"/>
              <p:cNvSpPr/>
              <p:nvPr/>
            </p:nvSpPr>
            <p:spPr>
              <a:xfrm>
                <a:off x="52387"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14288" y="5627688"/>
                <a:ext cx="85725" cy="1216025"/>
              </a:xfrm>
              <a:custGeom>
                <a:rect b="b" l="l" r="r" t="t"/>
                <a:pathLst>
                  <a:path extrusionOk="0" h="766" w="54">
                    <a:moveTo>
                      <a:pt x="54" y="766"/>
                    </a:moveTo>
                    <a:lnTo>
                      <a:pt x="36" y="766"/>
                    </a:lnTo>
                    <a:lnTo>
                      <a:pt x="36" y="149"/>
                    </a:lnTo>
                    <a:lnTo>
                      <a:pt x="0" y="3"/>
                    </a:lnTo>
                    <a:lnTo>
                      <a:pt x="18" y="0"/>
                    </a:lnTo>
                    <a:lnTo>
                      <a:pt x="54" y="146"/>
                    </a:lnTo>
                    <a:lnTo>
                      <a:pt x="54" y="766"/>
                    </a:lnTo>
                    <a:close/>
                  </a:path>
                </a:pathLst>
              </a:custGeom>
              <a:gradFill>
                <a:gsLst>
                  <a:gs pos="0">
                    <a:schemeClr val="dk2"/>
                  </a:gs>
                  <a:gs pos="100000">
                    <a:srgbClr val="B3FFFF"/>
                  </a:gs>
                </a:gsLst>
                <a:lin ang="5400000" scaled="0"/>
              </a:gradFill>
              <a:ln>
                <a:noFill/>
              </a:ln>
            </p:spPr>
          </p:sp>
          <p:sp>
            <p:nvSpPr>
              <p:cNvPr id="29" name="Google Shape;29;p1"/>
              <p:cNvSpPr/>
              <p:nvPr/>
            </p:nvSpPr>
            <p:spPr>
              <a:xfrm>
                <a:off x="527050"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309562" y="5422900"/>
                <a:ext cx="374650" cy="1425575"/>
              </a:xfrm>
              <a:custGeom>
                <a:rect b="b" l="l" r="r" t="t"/>
                <a:pathLst>
                  <a:path extrusionOk="0" h="898" w="236">
                    <a:moveTo>
                      <a:pt x="18" y="898"/>
                    </a:moveTo>
                    <a:lnTo>
                      <a:pt x="0" y="898"/>
                    </a:lnTo>
                    <a:lnTo>
                      <a:pt x="0" y="515"/>
                    </a:lnTo>
                    <a:lnTo>
                      <a:pt x="3" y="512"/>
                    </a:lnTo>
                    <a:lnTo>
                      <a:pt x="221" y="0"/>
                    </a:lnTo>
                    <a:lnTo>
                      <a:pt x="236" y="6"/>
                    </a:lnTo>
                    <a:lnTo>
                      <a:pt x="18" y="518"/>
                    </a:lnTo>
                    <a:lnTo>
                      <a:pt x="18" y="898"/>
                    </a:lnTo>
                    <a:close/>
                  </a:path>
                </a:pathLst>
              </a:custGeom>
              <a:gradFill>
                <a:gsLst>
                  <a:gs pos="0">
                    <a:schemeClr val="dk2"/>
                  </a:gs>
                  <a:gs pos="100000">
                    <a:srgbClr val="B3FFFF"/>
                  </a:gs>
                </a:gsLst>
                <a:lin ang="5400000" scaled="0"/>
              </a:gradFill>
              <a:ln>
                <a:noFill/>
              </a:ln>
            </p:spPr>
          </p:sp>
          <p:sp>
            <p:nvSpPr>
              <p:cNvPr id="31" name="Google Shape;31;p1"/>
              <p:cNvSpPr/>
              <p:nvPr/>
            </p:nvSpPr>
            <p:spPr>
              <a:xfrm>
                <a:off x="569912"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dk2"/>
                  </a:gs>
                  <a:gs pos="100000">
                    <a:srgbClr val="B3FFFF"/>
                  </a:gs>
                </a:gsLst>
                <a:lin ang="5400000" scaled="0"/>
              </a:gradFill>
              <a:ln>
                <a:noFill/>
              </a:ln>
            </p:spPr>
          </p:sp>
          <p:sp>
            <p:nvSpPr>
              <p:cNvPr id="32" name="Google Shape;32;p1"/>
              <p:cNvSpPr/>
              <p:nvPr/>
            </p:nvSpPr>
            <p:spPr>
              <a:xfrm>
                <a:off x="612775"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612775"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669925" y="6330950"/>
                <a:ext cx="417513" cy="517525"/>
              </a:xfrm>
              <a:custGeom>
                <a:rect b="b" l="l" r="r" t="t"/>
                <a:pathLst>
                  <a:path extrusionOk="0" h="326" w="263">
                    <a:moveTo>
                      <a:pt x="15" y="326"/>
                    </a:moveTo>
                    <a:lnTo>
                      <a:pt x="0" y="320"/>
                    </a:lnTo>
                    <a:lnTo>
                      <a:pt x="45" y="206"/>
                    </a:lnTo>
                    <a:lnTo>
                      <a:pt x="48" y="206"/>
                    </a:lnTo>
                    <a:lnTo>
                      <a:pt x="254" y="0"/>
                    </a:lnTo>
                    <a:lnTo>
                      <a:pt x="263" y="12"/>
                    </a:lnTo>
                    <a:lnTo>
                      <a:pt x="60" y="215"/>
                    </a:lnTo>
                    <a:lnTo>
                      <a:pt x="15" y="326"/>
                    </a:lnTo>
                    <a:close/>
                  </a:path>
                </a:pathLst>
              </a:custGeom>
              <a:gradFill>
                <a:gsLst>
                  <a:gs pos="0">
                    <a:schemeClr val="dk2"/>
                  </a:gs>
                  <a:gs pos="100000">
                    <a:srgbClr val="B3FFFF"/>
                  </a:gs>
                </a:gsLst>
                <a:lin ang="5400000" scaled="0"/>
              </a:gradFill>
              <a:ln>
                <a:noFill/>
              </a:ln>
            </p:spPr>
          </p:sp>
          <p:sp>
            <p:nvSpPr>
              <p:cNvPr id="35" name="Google Shape;35;p1"/>
              <p:cNvSpPr/>
              <p:nvPr/>
            </p:nvSpPr>
            <p:spPr>
              <a:xfrm>
                <a:off x="1049337"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 name="Google Shape;36;p1"/>
            <p:cNvGrpSpPr/>
            <p:nvPr/>
          </p:nvGrpSpPr>
          <p:grpSpPr>
            <a:xfrm>
              <a:off x="11364912" y="0"/>
              <a:ext cx="674688" cy="6848476"/>
              <a:chOff x="11364912" y="0"/>
              <a:chExt cx="674688" cy="6848476"/>
            </a:xfrm>
          </p:grpSpPr>
          <p:sp>
            <p:nvSpPr>
              <p:cNvPr id="37" name="Google Shape;37;p1"/>
              <p:cNvSpPr/>
              <p:nvPr/>
            </p:nvSpPr>
            <p:spPr>
              <a:xfrm>
                <a:off x="11483975" y="0"/>
                <a:ext cx="417513" cy="512763"/>
              </a:xfrm>
              <a:custGeom>
                <a:rect b="b" l="l" r="r" t="t"/>
                <a:pathLst>
                  <a:path extrusionOk="0" h="323" w="263">
                    <a:moveTo>
                      <a:pt x="12" y="323"/>
                    </a:moveTo>
                    <a:lnTo>
                      <a:pt x="0" y="314"/>
                    </a:lnTo>
                    <a:lnTo>
                      <a:pt x="203" y="108"/>
                    </a:lnTo>
                    <a:lnTo>
                      <a:pt x="248" y="0"/>
                    </a:lnTo>
                    <a:lnTo>
                      <a:pt x="263" y="6"/>
                    </a:lnTo>
                    <a:lnTo>
                      <a:pt x="218" y="117"/>
                    </a:lnTo>
                    <a:lnTo>
                      <a:pt x="218" y="117"/>
                    </a:lnTo>
                    <a:lnTo>
                      <a:pt x="12" y="323"/>
                    </a:lnTo>
                    <a:close/>
                  </a:path>
                </a:pathLst>
              </a:custGeom>
              <a:gradFill>
                <a:gsLst>
                  <a:gs pos="0">
                    <a:srgbClr val="134770">
                      <a:alpha val="80000"/>
                    </a:srgbClr>
                  </a:gs>
                  <a:gs pos="100000">
                    <a:srgbClr val="B3FFFF">
                      <a:alpha val="60000"/>
                    </a:srgbClr>
                  </a:gs>
                </a:gsLst>
                <a:lin ang="5400000" scaled="0"/>
              </a:gradFill>
              <a:ln>
                <a:noFill/>
              </a:ln>
            </p:spPr>
          </p:sp>
          <p:sp>
            <p:nvSpPr>
              <p:cNvPr id="38" name="Google Shape;38;p1"/>
              <p:cNvSpPr/>
              <p:nvPr/>
            </p:nvSpPr>
            <p:spPr>
              <a:xfrm>
                <a:off x="11364912" y="474663"/>
                <a:ext cx="157163" cy="152400"/>
              </a:xfrm>
              <a:custGeom>
                <a:rect b="b" l="l" r="r" t="t"/>
                <a:pathLst>
                  <a:path extrusionOk="0" h="32" w="33">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
              <p:cNvSpPr/>
              <p:nvPr/>
            </p:nvSpPr>
            <p:spPr>
              <a:xfrm>
                <a:off x="11631612" y="1539875"/>
                <a:ext cx="188913"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p:nvPr/>
            </p:nvSpPr>
            <p:spPr>
              <a:xfrm>
                <a:off x="11531600" y="5694363"/>
                <a:ext cx="298450" cy="1154113"/>
              </a:xfrm>
              <a:custGeom>
                <a:rect b="b" l="l" r="r" t="t"/>
                <a:pathLst>
                  <a:path extrusionOk="0" h="727" w="188">
                    <a:moveTo>
                      <a:pt x="15" y="727"/>
                    </a:moveTo>
                    <a:lnTo>
                      <a:pt x="0" y="727"/>
                    </a:lnTo>
                    <a:lnTo>
                      <a:pt x="0" y="407"/>
                    </a:lnTo>
                    <a:lnTo>
                      <a:pt x="0" y="407"/>
                    </a:lnTo>
                    <a:lnTo>
                      <a:pt x="176" y="0"/>
                    </a:lnTo>
                    <a:lnTo>
                      <a:pt x="188" y="6"/>
                    </a:lnTo>
                    <a:lnTo>
                      <a:pt x="15" y="410"/>
                    </a:lnTo>
                    <a:lnTo>
                      <a:pt x="15" y="727"/>
                    </a:lnTo>
                    <a:close/>
                  </a:path>
                </a:pathLst>
              </a:custGeom>
              <a:gradFill>
                <a:gsLst>
                  <a:gs pos="0">
                    <a:srgbClr val="134770">
                      <a:alpha val="80000"/>
                    </a:srgbClr>
                  </a:gs>
                  <a:gs pos="100000">
                    <a:srgbClr val="B3FFFF">
                      <a:alpha val="60000"/>
                    </a:srgbClr>
                  </a:gs>
                </a:gsLst>
                <a:lin ang="5400000" scaled="0"/>
              </a:gradFill>
              <a:ln>
                <a:noFill/>
              </a:ln>
            </p:spPr>
          </p:sp>
          <p:sp>
            <p:nvSpPr>
              <p:cNvPr id="41" name="Google Shape;41;p1"/>
              <p:cNvSpPr/>
              <p:nvPr/>
            </p:nvSpPr>
            <p:spPr>
              <a:xfrm>
                <a:off x="11772900" y="5551488"/>
                <a:ext cx="157163" cy="155575"/>
              </a:xfrm>
              <a:custGeom>
                <a:rect b="b" l="l" r="r" t="t"/>
                <a:pathLst>
                  <a:path extrusionOk="0" h="33" w="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
              <p:cNvSpPr/>
              <p:nvPr/>
            </p:nvSpPr>
            <p:spPr>
              <a:xfrm>
                <a:off x="11710987" y="4763"/>
                <a:ext cx="304800" cy="1544638"/>
              </a:xfrm>
              <a:custGeom>
                <a:rect b="b" l="l" r="r" t="t"/>
                <a:pathLst>
                  <a:path extrusionOk="0" h="973" w="192">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rgbClr val="134770">
                      <a:alpha val="80000"/>
                    </a:srgbClr>
                  </a:gs>
                  <a:gs pos="100000">
                    <a:srgbClr val="B3FFFF">
                      <a:alpha val="60000"/>
                    </a:srgbClr>
                  </a:gs>
                </a:gsLst>
                <a:lin ang="5400000" scaled="0"/>
              </a:gradFill>
              <a:ln>
                <a:noFill/>
              </a:ln>
            </p:spPr>
          </p:sp>
          <p:sp>
            <p:nvSpPr>
              <p:cNvPr id="43" name="Google Shape;43;p1"/>
              <p:cNvSpPr/>
              <p:nvPr/>
            </p:nvSpPr>
            <p:spPr>
              <a:xfrm>
                <a:off x="11636375" y="4867275"/>
                <a:ext cx="188913"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
              <p:cNvSpPr/>
              <p:nvPr/>
            </p:nvSpPr>
            <p:spPr>
              <a:xfrm>
                <a:off x="11441112" y="5046663"/>
                <a:ext cx="307975" cy="1801813"/>
              </a:xfrm>
              <a:custGeom>
                <a:rect b="b" l="l" r="r" t="t"/>
                <a:pathLst>
                  <a:path extrusionOk="0" h="1135" w="194">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rgbClr val="134770">
                      <a:alpha val="80000"/>
                    </a:srgbClr>
                  </a:gs>
                  <a:gs pos="100000">
                    <a:srgbClr val="B3FFFF">
                      <a:alpha val="60000"/>
                    </a:srgbClr>
                  </a:gs>
                </a:gsLst>
                <a:lin ang="5400000" scaled="0"/>
              </a:gradFill>
              <a:ln>
                <a:noFill/>
              </a:ln>
            </p:spPr>
          </p:sp>
          <p:sp>
            <p:nvSpPr>
              <p:cNvPr id="45" name="Google Shape;45;p1"/>
              <p:cNvSpPr/>
              <p:nvPr/>
            </p:nvSpPr>
            <p:spPr>
              <a:xfrm>
                <a:off x="11849100" y="64166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
              <p:cNvSpPr/>
              <p:nvPr/>
            </p:nvSpPr>
            <p:spPr>
              <a:xfrm>
                <a:off x="11939587" y="6596063"/>
                <a:ext cx="23813" cy="252413"/>
              </a:xfrm>
              <a:prstGeom prst="rect">
                <a:avLst/>
              </a:pr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7" name="Google Shape;47;p1"/>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600"/>
              <a:buFont typeface="Twentieth Century"/>
              <a:buNone/>
              <a:defRPr b="0" i="0" sz="3600" u="none" cap="none" strike="noStrike">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1"/>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lvl1pPr indent="-419100" lvl="0" marL="457200" marR="0" rtl="0" algn="l">
              <a:lnSpc>
                <a:spcPct val="120000"/>
              </a:lnSpc>
              <a:spcBef>
                <a:spcPts val="1000"/>
              </a:spcBef>
              <a:spcAft>
                <a:spcPts val="0"/>
              </a:spcAft>
              <a:buClr>
                <a:schemeClr val="dk1"/>
              </a:buClr>
              <a:buSzPts val="3000"/>
              <a:buFont typeface="Arial"/>
              <a:buChar char="•"/>
              <a:defRPr b="0" i="0" sz="2400" u="none" cap="none" strike="noStrike">
                <a:solidFill>
                  <a:schemeClr val="dk1"/>
                </a:solidFill>
                <a:latin typeface="Twentieth Century"/>
                <a:ea typeface="Twentieth Century"/>
                <a:cs typeface="Twentieth Century"/>
                <a:sym typeface="Twentieth Century"/>
              </a:defRPr>
            </a:lvl1pPr>
            <a:lvl2pPr indent="-387350" lvl="1" marL="914400" marR="0" rtl="0" algn="l">
              <a:lnSpc>
                <a:spcPct val="120000"/>
              </a:lnSpc>
              <a:spcBef>
                <a:spcPts val="500"/>
              </a:spcBef>
              <a:spcAft>
                <a:spcPts val="0"/>
              </a:spcAft>
              <a:buClr>
                <a:schemeClr val="dk1"/>
              </a:buClr>
              <a:buSzPts val="2500"/>
              <a:buFont typeface="Arial"/>
              <a:buChar char="•"/>
              <a:defRPr b="0" i="0" sz="2000" u="none" cap="none" strike="noStrike">
                <a:solidFill>
                  <a:schemeClr val="dk1"/>
                </a:solidFill>
                <a:latin typeface="Twentieth Century"/>
                <a:ea typeface="Twentieth Century"/>
                <a:cs typeface="Twentieth Century"/>
                <a:sym typeface="Twentieth Century"/>
              </a:defRPr>
            </a:lvl2pPr>
            <a:lvl3pPr indent="-371475" lvl="2" marL="1371600" marR="0" rtl="0" algn="l">
              <a:lnSpc>
                <a:spcPct val="120000"/>
              </a:lnSpc>
              <a:spcBef>
                <a:spcPts val="500"/>
              </a:spcBef>
              <a:spcAft>
                <a:spcPts val="0"/>
              </a:spcAft>
              <a:buClr>
                <a:schemeClr val="dk1"/>
              </a:buClr>
              <a:buSzPts val="2250"/>
              <a:buFont typeface="Arial"/>
              <a:buChar char="•"/>
              <a:defRPr b="0" i="0" sz="1800" u="none" cap="none" strike="noStrike">
                <a:solidFill>
                  <a:schemeClr val="dk1"/>
                </a:solidFill>
                <a:latin typeface="Twentieth Century"/>
                <a:ea typeface="Twentieth Century"/>
                <a:cs typeface="Twentieth Century"/>
                <a:sym typeface="Twentieth Century"/>
              </a:defRPr>
            </a:lvl3pPr>
            <a:lvl4pPr indent="-355600" lvl="3" marL="1828800" marR="0" rtl="0" algn="l">
              <a:lnSpc>
                <a:spcPct val="120000"/>
              </a:lnSpc>
              <a:spcBef>
                <a:spcPts val="500"/>
              </a:spcBef>
              <a:spcAft>
                <a:spcPts val="0"/>
              </a:spcAft>
              <a:buClr>
                <a:schemeClr val="dk1"/>
              </a:buClr>
              <a:buSzPts val="2000"/>
              <a:buFont typeface="Arial"/>
              <a:buChar char="•"/>
              <a:defRPr b="0" i="0" sz="1600" u="none" cap="none" strike="noStrike">
                <a:solidFill>
                  <a:schemeClr val="dk1"/>
                </a:solidFill>
                <a:latin typeface="Twentieth Century"/>
                <a:ea typeface="Twentieth Century"/>
                <a:cs typeface="Twentieth Century"/>
                <a:sym typeface="Twentieth Century"/>
              </a:defRPr>
            </a:lvl4pPr>
            <a:lvl5pPr indent="-355600" lvl="4" marL="2286000" marR="0" rtl="0" algn="l">
              <a:lnSpc>
                <a:spcPct val="120000"/>
              </a:lnSpc>
              <a:spcBef>
                <a:spcPts val="500"/>
              </a:spcBef>
              <a:spcAft>
                <a:spcPts val="0"/>
              </a:spcAft>
              <a:buClr>
                <a:schemeClr val="dk1"/>
              </a:buClr>
              <a:buSzPts val="2000"/>
              <a:buFont typeface="Arial"/>
              <a:buChar char="•"/>
              <a:defRPr b="0" i="0" sz="1600" u="none" cap="none" strike="noStrike">
                <a:solidFill>
                  <a:schemeClr val="dk1"/>
                </a:solidFill>
                <a:latin typeface="Twentieth Century"/>
                <a:ea typeface="Twentieth Century"/>
                <a:cs typeface="Twentieth Century"/>
                <a:sym typeface="Twentieth Century"/>
              </a:defRPr>
            </a:lvl5pPr>
            <a:lvl6pPr indent="-339725" lvl="5" marL="27432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6pPr>
            <a:lvl7pPr indent="-339725" lvl="6" marL="32004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7pPr>
            <a:lvl8pPr indent="-339725" lvl="7" marL="36576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8pPr>
            <a:lvl9pPr indent="-339725" lvl="8" marL="41148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49" name="Google Shape;49;p1"/>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rgbClr val="888888"/>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50" name="Google Shape;50;p1"/>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rgbClr val="888888"/>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51" name="Google Shape;51;p1"/>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1pPr>
            <a:lvl2pPr indent="0" lvl="1"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2pPr>
            <a:lvl3pPr indent="0" lvl="2"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3pPr>
            <a:lvl4pPr indent="0" lvl="3"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4pPr>
            <a:lvl5pPr indent="0" lvl="4"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5pPr>
            <a:lvl6pPr indent="0" lvl="5"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6pPr>
            <a:lvl7pPr indent="0" lvl="6"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7pPr>
            <a:lvl8pPr indent="0" lvl="7"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8pPr>
            <a:lvl9pPr indent="0" lvl="8"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jpg"/><Relationship Id="rId5" Type="http://schemas.openxmlformats.org/officeDocument/2006/relationships/image" Target="../media/image12.png"/><Relationship Id="rId6" Type="http://schemas.openxmlformats.org/officeDocument/2006/relationships/hyperlink" Target="https://www.linkedin.com/in/isaak-mwang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hyperlink" Target="https://www.python.or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www.python.org/downloads/" TargetMode="Externa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www.jetbrains.com/help/pycharm/installation-guide.html#requirements" TargetMode="External"/><Relationship Id="rId4" Type="http://schemas.openxmlformats.org/officeDocument/2006/relationships/hyperlink" Target="https://www.jetbrains.com/pycharm/download/#section=windows" TargetMode="External"/><Relationship Id="rId5" Type="http://schemas.openxmlformats.org/officeDocument/2006/relationships/hyperlink" Target="https://www.jetbrains.com/pycharm/download/#section=mac" TargetMode="External"/><Relationship Id="rId6" Type="http://schemas.openxmlformats.org/officeDocument/2006/relationships/hyperlink" Target="https://www.jetbrains.com/pycharm/download/#section=linux"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19"/>
          <p:cNvPicPr preferRelativeResize="0"/>
          <p:nvPr/>
        </p:nvPicPr>
        <p:blipFill rotWithShape="1">
          <a:blip r:embed="rId3">
            <a:alphaModFix/>
          </a:blip>
          <a:srcRect b="0" l="0" r="0" t="0"/>
          <a:stretch/>
        </p:blipFill>
        <p:spPr>
          <a:xfrm>
            <a:off x="19941" y="0"/>
            <a:ext cx="1281321" cy="1281321"/>
          </a:xfrm>
          <a:prstGeom prst="rect">
            <a:avLst/>
          </a:prstGeom>
          <a:noFill/>
          <a:ln>
            <a:noFill/>
          </a:ln>
        </p:spPr>
      </p:pic>
      <p:sp>
        <p:nvSpPr>
          <p:cNvPr id="235" name="Google Shape;235;p19"/>
          <p:cNvSpPr txBox="1"/>
          <p:nvPr/>
        </p:nvSpPr>
        <p:spPr>
          <a:xfrm>
            <a:off x="3004983" y="570425"/>
            <a:ext cx="5298831" cy="59667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FF0000"/>
              </a:buClr>
              <a:buSzPts val="3200"/>
              <a:buFont typeface="Twentieth Century"/>
              <a:buNone/>
            </a:pPr>
            <a:r>
              <a:rPr b="0" i="0" lang="en-US" sz="3200" u="none" cap="none" strike="noStrike">
                <a:solidFill>
                  <a:srgbClr val="FF0000"/>
                </a:solidFill>
                <a:latin typeface="Twentieth Century"/>
                <a:ea typeface="Twentieth Century"/>
                <a:cs typeface="Twentieth Century"/>
                <a:sym typeface="Twentieth Century"/>
              </a:rPr>
              <a:t>PYTHON PROGRAMMING</a:t>
            </a:r>
            <a:endParaRPr/>
          </a:p>
        </p:txBody>
      </p:sp>
      <p:pic>
        <p:nvPicPr>
          <p:cNvPr id="236" name="Google Shape;236;p19"/>
          <p:cNvPicPr preferRelativeResize="0"/>
          <p:nvPr/>
        </p:nvPicPr>
        <p:blipFill rotWithShape="1">
          <a:blip r:embed="rId4">
            <a:alphaModFix/>
          </a:blip>
          <a:srcRect b="0" l="0" r="0" t="0"/>
          <a:stretch/>
        </p:blipFill>
        <p:spPr>
          <a:xfrm>
            <a:off x="1657717" y="1321000"/>
            <a:ext cx="8161619" cy="4131533"/>
          </a:xfrm>
          <a:prstGeom prst="rect">
            <a:avLst/>
          </a:prstGeom>
          <a:noFill/>
          <a:ln>
            <a:noFill/>
          </a:ln>
        </p:spPr>
      </p:pic>
      <p:pic>
        <p:nvPicPr>
          <p:cNvPr id="237" name="Google Shape;237;p19"/>
          <p:cNvPicPr preferRelativeResize="0"/>
          <p:nvPr/>
        </p:nvPicPr>
        <p:blipFill rotWithShape="1">
          <a:blip r:embed="rId5">
            <a:alphaModFix/>
          </a:blip>
          <a:srcRect b="0" l="0" r="0" t="0"/>
          <a:stretch/>
        </p:blipFill>
        <p:spPr>
          <a:xfrm>
            <a:off x="9776952" y="-29022"/>
            <a:ext cx="2004646" cy="1002323"/>
          </a:xfrm>
          <a:prstGeom prst="rect">
            <a:avLst/>
          </a:prstGeom>
          <a:noFill/>
          <a:ln>
            <a:noFill/>
          </a:ln>
        </p:spPr>
      </p:pic>
      <p:sp>
        <p:nvSpPr>
          <p:cNvPr id="238" name="Google Shape;238;p19"/>
          <p:cNvSpPr txBox="1"/>
          <p:nvPr/>
        </p:nvSpPr>
        <p:spPr>
          <a:xfrm>
            <a:off x="2030665" y="5452533"/>
            <a:ext cx="3623733" cy="53284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20000"/>
              </a:lnSpc>
              <a:spcBef>
                <a:spcPts val="0"/>
              </a:spcBef>
              <a:spcAft>
                <a:spcPts val="0"/>
              </a:spcAft>
              <a:buClr>
                <a:srgbClr val="FF0000"/>
              </a:buClr>
              <a:buSzPts val="3000"/>
              <a:buFont typeface="Arial"/>
              <a:buChar char="•"/>
            </a:pPr>
            <a:r>
              <a:rPr b="0" i="0" lang="en-US" sz="2400" u="none" cap="none" strike="noStrike">
                <a:solidFill>
                  <a:srgbClr val="FF0000"/>
                </a:solidFill>
                <a:latin typeface="Twentieth Century"/>
                <a:ea typeface="Twentieth Century"/>
                <a:cs typeface="Twentieth Century"/>
                <a:sym typeface="Twentieth Century"/>
              </a:rPr>
              <a:t>Prepared by Isaac Kamau</a:t>
            </a:r>
            <a:endParaRPr/>
          </a:p>
        </p:txBody>
      </p:sp>
      <p:sp>
        <p:nvSpPr>
          <p:cNvPr id="239" name="Google Shape;239;p19"/>
          <p:cNvSpPr txBox="1"/>
          <p:nvPr/>
        </p:nvSpPr>
        <p:spPr>
          <a:xfrm>
            <a:off x="5654398" y="5597415"/>
            <a:ext cx="6096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dk1"/>
                </a:solidFill>
                <a:latin typeface="Twentieth Century"/>
                <a:ea typeface="Twentieth Century"/>
                <a:cs typeface="Twentieth Century"/>
                <a:sym typeface="Twentieth Century"/>
              </a:rPr>
              <a:t>+254704205553 |</a:t>
            </a:r>
            <a:r>
              <a:rPr b="0" i="0" lang="en-US" sz="1400" u="sng" cap="none" strike="noStrike">
                <a:solidFill>
                  <a:schemeClr val="hlink"/>
                </a:solidFill>
                <a:latin typeface="Twentieth Century"/>
                <a:ea typeface="Twentieth Century"/>
                <a:cs typeface="Twentieth Century"/>
                <a:sym typeface="Twentieth Century"/>
                <a:hlinkClick r:id="rId6"/>
              </a:rPr>
              <a:t>linkedin.com/in/isaak-mwangi/</a:t>
            </a:r>
            <a:endParaRPr sz="14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ph idx="1" type="subTitle"/>
          </p:nvPr>
        </p:nvSpPr>
        <p:spPr>
          <a:xfrm>
            <a:off x="2415821" y="225778"/>
            <a:ext cx="9606845" cy="6287911"/>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solidFill>
                  <a:schemeClr val="dk1"/>
                </a:solidFill>
              </a:rPr>
              <a:t>Welcome to the world of Python programming! In this introductory course, we will embark on a journey to explore the fundamentals of Python, a versatile and powerful programming language. Whether you're a complete beginner or have some prior coding experience, this course will lay a solid foundation for your Python journey.</a:t>
            </a:r>
            <a:endParaRPr/>
          </a:p>
          <a:p>
            <a:pPr indent="0" lvl="0" marL="0" rtl="0" algn="l">
              <a:lnSpc>
                <a:spcPct val="120000"/>
              </a:lnSpc>
              <a:spcBef>
                <a:spcPts val="1000"/>
              </a:spcBef>
              <a:spcAft>
                <a:spcPts val="0"/>
              </a:spcAft>
              <a:buClr>
                <a:schemeClr val="dk2"/>
              </a:buClr>
              <a:buSzPts val="2500"/>
              <a:buNone/>
            </a:pPr>
            <a:r>
              <a:t/>
            </a:r>
            <a:endParaRPr>
              <a:solidFill>
                <a:schemeClr val="dk1"/>
              </a:solidFill>
            </a:endParaRPr>
          </a:p>
          <a:p>
            <a:pPr indent="0" lvl="0" marL="0" rtl="0" algn="l">
              <a:lnSpc>
                <a:spcPct val="120000"/>
              </a:lnSpc>
              <a:spcBef>
                <a:spcPts val="1000"/>
              </a:spcBef>
              <a:spcAft>
                <a:spcPts val="0"/>
              </a:spcAft>
              <a:buClr>
                <a:schemeClr val="dk1"/>
              </a:buClr>
              <a:buSzPts val="2500"/>
              <a:buNone/>
            </a:pPr>
            <a:r>
              <a:rPr lang="en-US">
                <a:solidFill>
                  <a:schemeClr val="dk1"/>
                </a:solidFill>
              </a:rPr>
              <a:t>Python has gained immense popularity due to its simplicity, readability, and extensive community support. It serves as an excellent language for beginners while also being widely used in industry and various domains such as web development, data analysis, artificial intelligence, and more. Its intuitive syntax and vast range of libraries make it a go-to choice for developers worldwide.</a:t>
            </a:r>
            <a:endParaRPr/>
          </a:p>
          <a:p>
            <a:pPr indent="0" lvl="0" marL="0" rtl="0" algn="l">
              <a:lnSpc>
                <a:spcPct val="120000"/>
              </a:lnSpc>
              <a:spcBef>
                <a:spcPts val="1000"/>
              </a:spcBef>
              <a:spcAft>
                <a:spcPts val="0"/>
              </a:spcAft>
              <a:buClr>
                <a:schemeClr val="dk2"/>
              </a:buClr>
              <a:buSzPts val="2500"/>
              <a:buNone/>
            </a:pPr>
            <a:r>
              <a:t/>
            </a:r>
            <a:endParaRPr>
              <a:solidFill>
                <a:srgbClr val="FF0000"/>
              </a:solidFill>
            </a:endParaRPr>
          </a:p>
          <a:p>
            <a:pPr indent="0" lvl="0" marL="0" rtl="0" algn="l">
              <a:lnSpc>
                <a:spcPct val="120000"/>
              </a:lnSpc>
              <a:spcBef>
                <a:spcPts val="1000"/>
              </a:spcBef>
              <a:spcAft>
                <a:spcPts val="0"/>
              </a:spcAft>
              <a:buClr>
                <a:schemeClr val="dk2"/>
              </a:buClr>
              <a:buSzPts val="2500"/>
              <a:buNone/>
            </a:pPr>
            <a:r>
              <a:t/>
            </a:r>
            <a:endParaRPr>
              <a:solidFill>
                <a:srgbClr val="FF0000"/>
              </a:solidFill>
            </a:endParaRPr>
          </a:p>
          <a:p>
            <a:pPr indent="0" lvl="0" marL="0" rtl="0" algn="l">
              <a:lnSpc>
                <a:spcPct val="120000"/>
              </a:lnSpc>
              <a:spcBef>
                <a:spcPts val="1000"/>
              </a:spcBef>
              <a:spcAft>
                <a:spcPts val="0"/>
              </a:spcAft>
              <a:buClr>
                <a:schemeClr val="dk2"/>
              </a:buClr>
              <a:buSzPts val="2500"/>
              <a:buNone/>
            </a:pPr>
            <a:r>
              <a:t/>
            </a:r>
            <a:endParaRPr/>
          </a:p>
          <a:p>
            <a:pPr indent="0" lvl="0" marL="0" rtl="0" algn="l">
              <a:lnSpc>
                <a:spcPct val="120000"/>
              </a:lnSpc>
              <a:spcBef>
                <a:spcPts val="1000"/>
              </a:spcBef>
              <a:spcAft>
                <a:spcPts val="0"/>
              </a:spcAft>
              <a:buClr>
                <a:schemeClr val="dk2"/>
              </a:buClr>
              <a:buSzPts val="2500"/>
              <a:buNone/>
            </a:pPr>
            <a:r>
              <a:t/>
            </a:r>
            <a:endParaRPr/>
          </a:p>
          <a:p>
            <a:pPr indent="0" lvl="0" marL="0" rtl="0" algn="l">
              <a:lnSpc>
                <a:spcPct val="120000"/>
              </a:lnSpc>
              <a:spcBef>
                <a:spcPts val="1000"/>
              </a:spcBef>
              <a:spcAft>
                <a:spcPts val="0"/>
              </a:spcAft>
              <a:buClr>
                <a:schemeClr val="dk2"/>
              </a:buClr>
              <a:buSzPts val="2500"/>
              <a:buNone/>
            </a:pPr>
            <a:r>
              <a:t/>
            </a:r>
            <a:endParaRPr/>
          </a:p>
          <a:p>
            <a:pPr indent="0" lvl="0" marL="0" rtl="0" algn="l">
              <a:lnSpc>
                <a:spcPct val="120000"/>
              </a:lnSpc>
              <a:spcBef>
                <a:spcPts val="1000"/>
              </a:spcBef>
              <a:spcAft>
                <a:spcPts val="0"/>
              </a:spcAft>
              <a:buClr>
                <a:schemeClr val="dk2"/>
              </a:buClr>
              <a:buSzPts val="2500"/>
              <a:buNone/>
            </a:pPr>
            <a:r>
              <a:t/>
            </a:r>
            <a:endParaRPr/>
          </a:p>
          <a:p>
            <a:pPr indent="0" lvl="0" marL="0" rtl="0" algn="l">
              <a:lnSpc>
                <a:spcPct val="120000"/>
              </a:lnSpc>
              <a:spcBef>
                <a:spcPts val="1000"/>
              </a:spcBef>
              <a:spcAft>
                <a:spcPts val="0"/>
              </a:spcAft>
              <a:buClr>
                <a:schemeClr val="dk2"/>
              </a:buClr>
              <a:buSzPts val="2500"/>
              <a:buNone/>
            </a:pPr>
            <a:r>
              <a:t/>
            </a:r>
            <a:endParaRPr/>
          </a:p>
          <a:p>
            <a:pPr indent="0" lvl="0" marL="0" rtl="0" algn="l">
              <a:lnSpc>
                <a:spcPct val="120000"/>
              </a:lnSpc>
              <a:spcBef>
                <a:spcPts val="1000"/>
              </a:spcBef>
              <a:spcAft>
                <a:spcPts val="0"/>
              </a:spcAft>
              <a:buClr>
                <a:schemeClr val="dk2"/>
              </a:buClr>
              <a:buSzPts val="2500"/>
              <a:buNone/>
            </a:pPr>
            <a:r>
              <a:t/>
            </a:r>
            <a:endParaRPr/>
          </a:p>
          <a:p>
            <a:pPr indent="0" lvl="0" marL="0" rtl="0" algn="l">
              <a:lnSpc>
                <a:spcPct val="120000"/>
              </a:lnSpc>
              <a:spcBef>
                <a:spcPts val="1000"/>
              </a:spcBef>
              <a:spcAft>
                <a:spcPts val="0"/>
              </a:spcAft>
              <a:buClr>
                <a:schemeClr val="dk2"/>
              </a:buClr>
              <a:buSzPts val="2500"/>
              <a:buNone/>
            </a:pPr>
            <a:r>
              <a:t/>
            </a:r>
            <a:endParaRPr/>
          </a:p>
          <a:p>
            <a:pPr indent="0" lvl="0" marL="0" rtl="0" algn="l">
              <a:lnSpc>
                <a:spcPct val="120000"/>
              </a:lnSpc>
              <a:spcBef>
                <a:spcPts val="1000"/>
              </a:spcBef>
              <a:spcAft>
                <a:spcPts val="0"/>
              </a:spcAft>
              <a:buClr>
                <a:schemeClr val="dk2"/>
              </a:buClr>
              <a:buSzPts val="25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1"/>
          <p:cNvSpPr txBox="1"/>
          <p:nvPr>
            <p:ph idx="1" type="subTitle"/>
          </p:nvPr>
        </p:nvSpPr>
        <p:spPr>
          <a:xfrm>
            <a:off x="2223910" y="282221"/>
            <a:ext cx="9866489" cy="6220179"/>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500"/>
              <a:buNone/>
            </a:pPr>
            <a:r>
              <a:rPr lang="en-US">
                <a:solidFill>
                  <a:schemeClr val="dk1"/>
                </a:solidFill>
              </a:rPr>
              <a:t>Throughout this course, we will cover the core concepts of Python, starting from basic syntax and data types to more advanced topics like functions, loops, file handling, and object-oriented programming. We will dive into practical examples and hands-on exercises to solidify your understanding and provide you with the tools to write efficient and elegant Python code.</a:t>
            </a:r>
            <a:endParaRPr/>
          </a:p>
          <a:p>
            <a:pPr indent="0" lvl="0" marL="0" rtl="0" algn="l">
              <a:lnSpc>
                <a:spcPct val="120000"/>
              </a:lnSpc>
              <a:spcBef>
                <a:spcPts val="1000"/>
              </a:spcBef>
              <a:spcAft>
                <a:spcPts val="0"/>
              </a:spcAft>
              <a:buClr>
                <a:schemeClr val="dk2"/>
              </a:buClr>
              <a:buSzPts val="2500"/>
              <a:buNone/>
            </a:pPr>
            <a:r>
              <a:t/>
            </a:r>
            <a:endParaRPr>
              <a:solidFill>
                <a:schemeClr val="dk1"/>
              </a:solidFill>
            </a:endParaRPr>
          </a:p>
          <a:p>
            <a:pPr indent="0" lvl="0" marL="0" rtl="0" algn="l">
              <a:lnSpc>
                <a:spcPct val="120000"/>
              </a:lnSpc>
              <a:spcBef>
                <a:spcPts val="1000"/>
              </a:spcBef>
              <a:spcAft>
                <a:spcPts val="0"/>
              </a:spcAft>
              <a:buClr>
                <a:schemeClr val="dk1"/>
              </a:buClr>
              <a:buSzPts val="2500"/>
              <a:buNone/>
            </a:pPr>
            <a:r>
              <a:rPr lang="en-US">
                <a:solidFill>
                  <a:schemeClr val="dk1"/>
                </a:solidFill>
              </a:rPr>
              <a:t>By the end of this course, you will have a solid understanding of Python's key concepts and be equipped to tackle real-world programming challenges. Python's simplicity and readability make it an excellent language for beginners, while its versatility and extensive libraries ensure it remains a powerful tool for professional developers.</a:t>
            </a:r>
            <a:endParaRPr/>
          </a:p>
          <a:p>
            <a:pPr indent="0" lvl="0" marL="0" rtl="0" algn="l">
              <a:lnSpc>
                <a:spcPct val="120000"/>
              </a:lnSpc>
              <a:spcBef>
                <a:spcPts val="1000"/>
              </a:spcBef>
              <a:spcAft>
                <a:spcPts val="0"/>
              </a:spcAft>
              <a:buClr>
                <a:schemeClr val="dk2"/>
              </a:buClr>
              <a:buSzPts val="2500"/>
              <a:buNone/>
            </a:pPr>
            <a:r>
              <a:t/>
            </a:r>
            <a:endParaRPr>
              <a:solidFill>
                <a:schemeClr val="dk1"/>
              </a:solidFill>
            </a:endParaRPr>
          </a:p>
          <a:p>
            <a:pPr indent="0" lvl="0" marL="0" rtl="0" algn="l">
              <a:lnSpc>
                <a:spcPct val="120000"/>
              </a:lnSpc>
              <a:spcBef>
                <a:spcPts val="1000"/>
              </a:spcBef>
              <a:spcAft>
                <a:spcPts val="0"/>
              </a:spcAft>
              <a:buClr>
                <a:schemeClr val="dk1"/>
              </a:buClr>
              <a:buSzPts val="2500"/>
              <a:buNone/>
            </a:pPr>
            <a:r>
              <a:rPr lang="en-US">
                <a:solidFill>
                  <a:schemeClr val="dk1"/>
                </a:solidFill>
              </a:rPr>
              <a:t>So, let's embark on this exciting journey into the world of Python programming, where you'll unlock the potential to bring your ideas to life through code. Get ready to dive in and explore the limitless possibilities that Python has to offer!</a:t>
            </a:r>
            <a:endParaRPr/>
          </a:p>
          <a:p>
            <a:pPr indent="0" lvl="0" marL="0" rtl="0" algn="l">
              <a:lnSpc>
                <a:spcPct val="120000"/>
              </a:lnSpc>
              <a:spcBef>
                <a:spcPts val="1000"/>
              </a:spcBef>
              <a:spcAft>
                <a:spcPts val="0"/>
              </a:spcAft>
              <a:buClr>
                <a:schemeClr val="dk2"/>
              </a:buClr>
              <a:buSzPts val="25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2"/>
          <p:cNvSpPr txBox="1"/>
          <p:nvPr>
            <p:ph idx="1" type="body"/>
          </p:nvPr>
        </p:nvSpPr>
        <p:spPr>
          <a:xfrm>
            <a:off x="1141412" y="462844"/>
            <a:ext cx="9905999" cy="5949245"/>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3000"/>
              <a:buChar char="•"/>
            </a:pPr>
            <a:r>
              <a:rPr lang="en-US"/>
              <a:t>In this session, we are shall be covering:</a:t>
            </a:r>
            <a:endParaRPr/>
          </a:p>
          <a:p>
            <a:pPr indent="-38100" lvl="0" marL="228600" rtl="0" algn="l">
              <a:lnSpc>
                <a:spcPct val="120000"/>
              </a:lnSpc>
              <a:spcBef>
                <a:spcPts val="1000"/>
              </a:spcBef>
              <a:spcAft>
                <a:spcPts val="0"/>
              </a:spcAft>
              <a:buClr>
                <a:schemeClr val="dk1"/>
              </a:buClr>
              <a:buSzPts val="3000"/>
              <a:buNone/>
            </a:pPr>
            <a:r>
              <a:t/>
            </a:r>
            <a:endParaRPr/>
          </a:p>
          <a:p>
            <a:pPr indent="-228600" lvl="0" marL="228600" rtl="0" algn="l">
              <a:lnSpc>
                <a:spcPct val="120000"/>
              </a:lnSpc>
              <a:spcBef>
                <a:spcPts val="1000"/>
              </a:spcBef>
              <a:spcAft>
                <a:spcPts val="0"/>
              </a:spcAft>
              <a:buClr>
                <a:schemeClr val="dk1"/>
              </a:buClr>
              <a:buSzPts val="3000"/>
              <a:buChar char="•"/>
            </a:pPr>
            <a:r>
              <a:rPr lang="en-US"/>
              <a:t>Python Programming Basics</a:t>
            </a:r>
            <a:endParaRPr/>
          </a:p>
          <a:p>
            <a:pPr indent="-228600" lvl="0" marL="228600" rtl="0" algn="l">
              <a:lnSpc>
                <a:spcPct val="120000"/>
              </a:lnSpc>
              <a:spcBef>
                <a:spcPts val="1000"/>
              </a:spcBef>
              <a:spcAft>
                <a:spcPts val="0"/>
              </a:spcAft>
              <a:buClr>
                <a:schemeClr val="dk1"/>
              </a:buClr>
              <a:buSzPts val="3000"/>
              <a:buChar char="•"/>
            </a:pPr>
            <a:r>
              <a:rPr lang="en-US"/>
              <a:t> Python language advantages and applications.</a:t>
            </a:r>
            <a:endParaRPr/>
          </a:p>
          <a:p>
            <a:pPr indent="-228600" lvl="0" marL="228600" rtl="0" algn="l">
              <a:lnSpc>
                <a:spcPct val="120000"/>
              </a:lnSpc>
              <a:spcBef>
                <a:spcPts val="1000"/>
              </a:spcBef>
              <a:spcAft>
                <a:spcPts val="0"/>
              </a:spcAft>
              <a:buClr>
                <a:schemeClr val="dk1"/>
              </a:buClr>
              <a:buSzPts val="3000"/>
              <a:buChar char="•"/>
            </a:pPr>
            <a:r>
              <a:rPr lang="en-US"/>
              <a:t> Download and Install Python IDE</a:t>
            </a:r>
            <a:endParaRPr/>
          </a:p>
          <a:p>
            <a:pPr indent="-228600" lvl="0" marL="228600" rtl="0" algn="l">
              <a:lnSpc>
                <a:spcPct val="120000"/>
              </a:lnSpc>
              <a:spcBef>
                <a:spcPts val="1000"/>
              </a:spcBef>
              <a:spcAft>
                <a:spcPts val="0"/>
              </a:spcAft>
              <a:buClr>
                <a:schemeClr val="dk1"/>
              </a:buClr>
              <a:buSzPts val="3000"/>
              <a:buChar char="•"/>
            </a:pPr>
            <a:r>
              <a:rPr lang="en-US"/>
              <a:t> Use and Installation of Jupyter Notebook as a Python platform.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txBox="1"/>
          <p:nvPr>
            <p:ph idx="1" type="body"/>
          </p:nvPr>
        </p:nvSpPr>
        <p:spPr>
          <a:xfrm>
            <a:off x="742640" y="423747"/>
            <a:ext cx="10515600" cy="5921297"/>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1" i="0" lang="en-US" cap="none">
                <a:solidFill>
                  <a:srgbClr val="000000"/>
                </a:solidFill>
                <a:latin typeface="Helvetica Neue"/>
                <a:ea typeface="Helvetica Neue"/>
                <a:cs typeface="Helvetica Neue"/>
                <a:sym typeface="Helvetica Neue"/>
              </a:rPr>
              <a:t>What is python?</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is a popular programming language. It was created by guido van rossum, and released in 1991.</a:t>
            </a:r>
            <a:endParaRPr/>
          </a:p>
          <a:p>
            <a:pPr indent="0" lvl="0" marL="0" rtl="0" algn="l">
              <a:lnSpc>
                <a:spcPct val="120000"/>
              </a:lnSpc>
              <a:spcBef>
                <a:spcPts val="1000"/>
              </a:spcBef>
              <a:spcAft>
                <a:spcPts val="0"/>
              </a:spcAft>
              <a:buClr>
                <a:srgbClr val="888888"/>
              </a:buClr>
              <a:buSzPts val="2250"/>
              <a:buFont typeface="Arial"/>
              <a:buNone/>
            </a:pPr>
            <a:r>
              <a:t/>
            </a:r>
            <a:endParaRPr cap="none">
              <a:solidFill>
                <a:srgbClr val="00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888888"/>
              </a:buClr>
              <a:buSzPts val="2250"/>
              <a:buFont typeface="Arial"/>
              <a:buNone/>
            </a:pPr>
            <a:r>
              <a:t/>
            </a:r>
            <a:endParaRPr b="0" i="0" cap="none">
              <a:solidFill>
                <a:srgbClr val="00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000000"/>
              </a:buClr>
              <a:buSzPts val="2250"/>
              <a:buNone/>
            </a:pPr>
            <a:r>
              <a:rPr b="1" i="0" lang="en-US" cap="none">
                <a:solidFill>
                  <a:srgbClr val="000000"/>
                </a:solidFill>
                <a:latin typeface="Helvetica Neue"/>
                <a:ea typeface="Helvetica Neue"/>
                <a:cs typeface="Helvetica Neue"/>
                <a:sym typeface="Helvetica Neue"/>
              </a:rPr>
              <a:t>What can python do?</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can be used on a server to create web applications.</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can be used alongside software to create workflows.</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can connect to database systems. It can also read and modify files.</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can be used to handle big data and perform complex mathematics.</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can be used for rapid prototyping, or for production-ready software development.</a:t>
            </a:r>
            <a:endParaRPr/>
          </a:p>
          <a:p>
            <a:pPr indent="0" lvl="0" marL="0" rtl="0" algn="l">
              <a:lnSpc>
                <a:spcPct val="120000"/>
              </a:lnSpc>
              <a:spcBef>
                <a:spcPts val="1000"/>
              </a:spcBef>
              <a:spcAft>
                <a:spcPts val="0"/>
              </a:spcAft>
              <a:buClr>
                <a:srgbClr val="888888"/>
              </a:buClr>
              <a:buSzPts val="2250"/>
              <a:buNone/>
            </a:pPr>
            <a:r>
              <a:t/>
            </a:r>
            <a:endParaRPr cap="non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4"/>
          <p:cNvSpPr txBox="1"/>
          <p:nvPr>
            <p:ph idx="1" type="body"/>
          </p:nvPr>
        </p:nvSpPr>
        <p:spPr>
          <a:xfrm>
            <a:off x="831850" y="245327"/>
            <a:ext cx="10515600" cy="6122019"/>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1" i="0" lang="en-US" cap="none">
                <a:solidFill>
                  <a:srgbClr val="000000"/>
                </a:solidFill>
                <a:latin typeface="Helvetica Neue"/>
                <a:ea typeface="Helvetica Neue"/>
                <a:cs typeface="Helvetica Neue"/>
                <a:sym typeface="Helvetica Neue"/>
              </a:rPr>
              <a:t>Why Python?</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works on different platforms (windows, mac, linux, raspberry pi, etc).</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has a simple syntax similar to the english language.</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has a syntax that allows developers to write programs with fewer lines than some other programming languages.</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runs on an interpreter system, meaning that code can be executed as soon as it is written. This means that prototyping can be very quick.</a:t>
            </a:r>
            <a:endParaRPr/>
          </a:p>
          <a:p>
            <a:pPr indent="-142875" lvl="0" marL="0" rtl="0" algn="l">
              <a:lnSpc>
                <a:spcPct val="120000"/>
              </a:lnSpc>
              <a:spcBef>
                <a:spcPts val="1000"/>
              </a:spcBef>
              <a:spcAft>
                <a:spcPts val="0"/>
              </a:spcAft>
              <a:buClr>
                <a:srgbClr val="000000"/>
              </a:buClr>
              <a:buSzPts val="2250"/>
              <a:buFont typeface="Arial"/>
              <a:buChar char="•"/>
            </a:pPr>
            <a:r>
              <a:rPr b="0" i="0" lang="en-US" cap="none">
                <a:solidFill>
                  <a:srgbClr val="000000"/>
                </a:solidFill>
                <a:latin typeface="Helvetica Neue"/>
                <a:ea typeface="Helvetica Neue"/>
                <a:cs typeface="Helvetica Neue"/>
                <a:sym typeface="Helvetica Neue"/>
              </a:rPr>
              <a:t>Python can be treated in a procedural way, an object-oriented way or a functional way.</a:t>
            </a:r>
            <a:endParaRPr/>
          </a:p>
          <a:p>
            <a:pPr indent="0" lvl="0" marL="0" rtl="0" algn="l">
              <a:lnSpc>
                <a:spcPct val="120000"/>
              </a:lnSpc>
              <a:spcBef>
                <a:spcPts val="1000"/>
              </a:spcBef>
              <a:spcAft>
                <a:spcPts val="0"/>
              </a:spcAft>
              <a:buClr>
                <a:srgbClr val="000000"/>
              </a:buClr>
              <a:buSzPts val="2250"/>
              <a:buNone/>
            </a:pPr>
            <a:r>
              <a:rPr b="1" i="0" lang="en-US" cap="none">
                <a:solidFill>
                  <a:srgbClr val="000000"/>
                </a:solidFill>
                <a:latin typeface="Helvetica Neue"/>
                <a:ea typeface="Helvetica Neue"/>
                <a:cs typeface="Helvetica Neue"/>
                <a:sym typeface="Helvetica Neue"/>
              </a:rPr>
              <a:t>Good to know</a:t>
            </a:r>
            <a:endParaRPr/>
          </a:p>
          <a:p>
            <a:pPr indent="0" lvl="0" marL="0" rtl="0" algn="l">
              <a:lnSpc>
                <a:spcPct val="120000"/>
              </a:lnSpc>
              <a:spcBef>
                <a:spcPts val="1000"/>
              </a:spcBef>
              <a:spcAft>
                <a:spcPts val="0"/>
              </a:spcAft>
              <a:buClr>
                <a:srgbClr val="000000"/>
              </a:buClr>
              <a:buSzPts val="2250"/>
              <a:buNone/>
            </a:pPr>
            <a:r>
              <a:rPr b="0" i="0" lang="en-US" cap="none">
                <a:solidFill>
                  <a:srgbClr val="000000"/>
                </a:solidFill>
                <a:latin typeface="Helvetica Neue"/>
                <a:ea typeface="Helvetica Neue"/>
                <a:cs typeface="Helvetica Neue"/>
                <a:sym typeface="Helvetica Neue"/>
              </a:rPr>
              <a:t>The most recent major version of python is python 3, which we shall be using. However, python 2, although not being updated with anything other than security updates, is still quite popular. It is possible to write python in an integrated development environment, such as thonny, pycharm, netbeans or eclipse which are particularly useful when managing larger collections of python files. In our case we will be using pycharm and anaconda as our IDE</a:t>
            </a:r>
            <a:endParaRPr/>
          </a:p>
          <a:p>
            <a:pPr indent="0" lvl="0" marL="0" rtl="0" algn="l">
              <a:lnSpc>
                <a:spcPct val="120000"/>
              </a:lnSpc>
              <a:spcBef>
                <a:spcPts val="1000"/>
              </a:spcBef>
              <a:spcAft>
                <a:spcPts val="0"/>
              </a:spcAft>
              <a:buClr>
                <a:srgbClr val="888888"/>
              </a:buClr>
              <a:buSzPts val="2250"/>
              <a:buNone/>
            </a:pPr>
            <a:r>
              <a:t/>
            </a:r>
            <a:endParaRPr cap="non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5"/>
          <p:cNvSpPr txBox="1"/>
          <p:nvPr>
            <p:ph idx="1" type="body"/>
          </p:nvPr>
        </p:nvSpPr>
        <p:spPr>
          <a:xfrm>
            <a:off x="831850" y="245327"/>
            <a:ext cx="10515600" cy="6177775"/>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1" i="0" lang="en-US">
                <a:solidFill>
                  <a:srgbClr val="000000"/>
                </a:solidFill>
                <a:latin typeface="Arial"/>
                <a:ea typeface="Arial"/>
                <a:cs typeface="Arial"/>
                <a:sym typeface="Arial"/>
              </a:rPr>
              <a:t>Python Install</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Many PCs and Macs will have python already installed.</a:t>
            </a:r>
            <a:endParaRPr/>
          </a:p>
          <a:p>
            <a:pPr indent="0" lvl="0" marL="0" rtl="0" algn="l">
              <a:lnSpc>
                <a:spcPct val="120000"/>
              </a:lnSpc>
              <a:spcBef>
                <a:spcPts val="1000"/>
              </a:spcBef>
              <a:spcAft>
                <a:spcPts val="0"/>
              </a:spcAft>
              <a:buClr>
                <a:srgbClr val="888888"/>
              </a:buClr>
              <a:buSzPts val="2250"/>
              <a:buNone/>
            </a:pPr>
            <a:r>
              <a:t/>
            </a:r>
            <a:endParaRPr b="0" i="0">
              <a:solidFill>
                <a:srgbClr val="00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To check if you have python installed on a Windows PC, search in the start bar for Python or run the following on the Command Line (cmd.exe):</a:t>
            </a:r>
            <a:endParaRPr/>
          </a:p>
          <a:p>
            <a:pPr indent="0" lvl="0" marL="0" rtl="0" algn="l">
              <a:lnSpc>
                <a:spcPct val="120000"/>
              </a:lnSpc>
              <a:spcBef>
                <a:spcPts val="1000"/>
              </a:spcBef>
              <a:spcAft>
                <a:spcPts val="0"/>
              </a:spcAft>
              <a:buClr>
                <a:srgbClr val="FF0000"/>
              </a:buClr>
              <a:buSzPts val="2250"/>
              <a:buNone/>
            </a:pPr>
            <a:r>
              <a:rPr b="0" i="0" lang="en-US">
                <a:solidFill>
                  <a:srgbClr val="FF0000"/>
                </a:solidFill>
                <a:latin typeface="Helvetica Neue"/>
                <a:ea typeface="Helvetica Neue"/>
                <a:cs typeface="Helvetica Neue"/>
                <a:sym typeface="Helvetica Neue"/>
              </a:rPr>
              <a:t>C:\Users\Your Name&gt;python --version</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To check if you have python installed on a Linux or Mac, then on Linux open the command line or on Mac open the Terminal and type:</a:t>
            </a:r>
            <a:endParaRPr/>
          </a:p>
          <a:p>
            <a:pPr indent="0" lvl="0" marL="0" rtl="0" algn="l">
              <a:lnSpc>
                <a:spcPct val="120000"/>
              </a:lnSpc>
              <a:spcBef>
                <a:spcPts val="1000"/>
              </a:spcBef>
              <a:spcAft>
                <a:spcPts val="0"/>
              </a:spcAft>
              <a:buClr>
                <a:srgbClr val="FF0000"/>
              </a:buClr>
              <a:buSzPts val="2250"/>
              <a:buNone/>
            </a:pPr>
            <a:r>
              <a:rPr b="0" i="0" lang="en-US">
                <a:solidFill>
                  <a:srgbClr val="FF0000"/>
                </a:solidFill>
                <a:latin typeface="Helvetica Neue"/>
                <a:ea typeface="Helvetica Neue"/>
                <a:cs typeface="Helvetica Neue"/>
                <a:sym typeface="Helvetica Neue"/>
              </a:rPr>
              <a:t>python --version</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If you find that you do not have Python installed on your computer, then you can download it for free from the following website: </a:t>
            </a:r>
            <a:r>
              <a:rPr b="0" i="0" lang="en-US" u="sng">
                <a:solidFill>
                  <a:schemeClr val="hlink"/>
                </a:solidFill>
                <a:latin typeface="Helvetica Neue"/>
                <a:ea typeface="Helvetica Neue"/>
                <a:cs typeface="Helvetica Neue"/>
                <a:sym typeface="Helvetica Neue"/>
                <a:hlinkClick r:id="rId3"/>
              </a:rPr>
              <a:t>https://www.python.org/</a:t>
            </a:r>
            <a:endParaRPr b="0" i="0">
              <a:solidFill>
                <a:srgbClr val="00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888888"/>
              </a:buClr>
              <a:buSzPts val="2250"/>
              <a:buNone/>
            </a:pPr>
            <a:r>
              <a:t/>
            </a:r>
            <a:endParaRPr b="1" i="0">
              <a:solidFill>
                <a:srgbClr val="00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888888"/>
              </a:buClr>
              <a:buSzPts val="2250"/>
              <a:buNone/>
            </a:pPr>
            <a:r>
              <a:t/>
            </a:r>
            <a:endParaRPr b="1">
              <a:solidFill>
                <a:srgbClr val="00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888888"/>
              </a:buClr>
              <a:buSzPts val="2250"/>
              <a:buNone/>
            </a:pPr>
            <a:r>
              <a:t/>
            </a:r>
            <a:endParaRPr b="1" i="0">
              <a:solidFill>
                <a:srgbClr val="000000"/>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6"/>
          <p:cNvSpPr txBox="1"/>
          <p:nvPr>
            <p:ph idx="1" type="body"/>
          </p:nvPr>
        </p:nvSpPr>
        <p:spPr>
          <a:xfrm>
            <a:off x="831850" y="223025"/>
            <a:ext cx="10515600" cy="6110868"/>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1" i="0" lang="en-US">
                <a:solidFill>
                  <a:srgbClr val="000000"/>
                </a:solidFill>
                <a:latin typeface="Helvetica Neue"/>
                <a:ea typeface="Helvetica Neue"/>
                <a:cs typeface="Helvetica Neue"/>
                <a:sym typeface="Helvetica Neue"/>
              </a:rPr>
              <a:t>Install Python</a:t>
            </a:r>
            <a:endParaRPr/>
          </a:p>
          <a:p>
            <a:pPr indent="-142875" lvl="0" marL="0" rtl="0" algn="l">
              <a:lnSpc>
                <a:spcPct val="120000"/>
              </a:lnSpc>
              <a:spcBef>
                <a:spcPts val="1000"/>
              </a:spcBef>
              <a:spcAft>
                <a:spcPts val="0"/>
              </a:spcAft>
              <a:buClr>
                <a:srgbClr val="000000"/>
              </a:buClr>
              <a:buSzPts val="2250"/>
              <a:buFont typeface="Twentieth Century"/>
              <a:buAutoNum type="arabicPeriod"/>
            </a:pPr>
            <a:r>
              <a:rPr b="0" i="0" lang="en-US">
                <a:solidFill>
                  <a:srgbClr val="000000"/>
                </a:solidFill>
                <a:latin typeface="Helvetica Neue"/>
                <a:ea typeface="Helvetica Neue"/>
                <a:cs typeface="Helvetica Neue"/>
                <a:sym typeface="Helvetica Neue"/>
              </a:rPr>
              <a:t>To download and install Python, visit the official website of Python </a:t>
            </a:r>
            <a:r>
              <a:rPr b="0" i="0" lang="en-US" u="sng">
                <a:solidFill>
                  <a:schemeClr val="hlink"/>
                </a:solidFill>
                <a:latin typeface="Helvetica Neue"/>
                <a:ea typeface="Helvetica Neue"/>
                <a:cs typeface="Helvetica Neue"/>
                <a:sym typeface="Helvetica Neue"/>
                <a:hlinkClick r:id="rId3"/>
              </a:rPr>
              <a:t>https://www.python.org/downloads/</a:t>
            </a:r>
            <a:r>
              <a:rPr b="0" i="0" lang="en-US">
                <a:solidFill>
                  <a:srgbClr val="FF0000"/>
                </a:solidFill>
                <a:latin typeface="Helvetica Neue"/>
                <a:ea typeface="Helvetica Neue"/>
                <a:cs typeface="Helvetica Neue"/>
                <a:sym typeface="Helvetica Neue"/>
              </a:rPr>
              <a:t> </a:t>
            </a:r>
            <a:r>
              <a:rPr b="0" i="0" lang="en-US">
                <a:solidFill>
                  <a:srgbClr val="000000"/>
                </a:solidFill>
                <a:latin typeface="Helvetica Neue"/>
                <a:ea typeface="Helvetica Neue"/>
                <a:cs typeface="Helvetica Neue"/>
                <a:sym typeface="Helvetica Neue"/>
              </a:rPr>
              <a:t>and choose your version. We will be using Python Version 3.11.2 but for demonstration purposes, We have used Python version 3.6.3</a:t>
            </a:r>
            <a:endParaRPr/>
          </a:p>
          <a:p>
            <a:pPr indent="0" lvl="0" marL="0" rtl="0" algn="l">
              <a:lnSpc>
                <a:spcPct val="120000"/>
              </a:lnSpc>
              <a:spcBef>
                <a:spcPts val="1000"/>
              </a:spcBef>
              <a:spcAft>
                <a:spcPts val="0"/>
              </a:spcAft>
              <a:buClr>
                <a:srgbClr val="888888"/>
              </a:buClr>
              <a:buSzPts val="2250"/>
              <a:buNone/>
            </a:pPr>
            <a:r>
              <a:t/>
            </a:r>
            <a:endParaRPr/>
          </a:p>
        </p:txBody>
      </p:sp>
      <p:pic>
        <p:nvPicPr>
          <p:cNvPr id="275" name="Google Shape;275;p26"/>
          <p:cNvPicPr preferRelativeResize="0"/>
          <p:nvPr/>
        </p:nvPicPr>
        <p:blipFill rotWithShape="1">
          <a:blip r:embed="rId4">
            <a:alphaModFix/>
          </a:blip>
          <a:srcRect b="0" l="0" r="0" t="0"/>
          <a:stretch/>
        </p:blipFill>
        <p:spPr>
          <a:xfrm>
            <a:off x="2695088" y="2319453"/>
            <a:ext cx="6761146" cy="446869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7"/>
          <p:cNvSpPr txBox="1"/>
          <p:nvPr>
            <p:ph idx="1" type="body"/>
          </p:nvPr>
        </p:nvSpPr>
        <p:spPr>
          <a:xfrm>
            <a:off x="831850" y="278781"/>
            <a:ext cx="10515600" cy="581087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2. Once the download is completed, run the .exe file to install Python. Now click on Install Now.</a:t>
            </a:r>
            <a:endParaRPr/>
          </a:p>
          <a:p>
            <a:pPr indent="0" lvl="0" marL="0" rtl="0" algn="l">
              <a:lnSpc>
                <a:spcPct val="120000"/>
              </a:lnSpc>
              <a:spcBef>
                <a:spcPts val="1000"/>
              </a:spcBef>
              <a:spcAft>
                <a:spcPts val="0"/>
              </a:spcAft>
              <a:buClr>
                <a:srgbClr val="888888"/>
              </a:buClr>
              <a:buSzPts val="2250"/>
              <a:buNone/>
            </a:pPr>
            <a:r>
              <a:t/>
            </a:r>
            <a:endParaRPr/>
          </a:p>
        </p:txBody>
      </p:sp>
      <p:pic>
        <p:nvPicPr>
          <p:cNvPr id="281" name="Google Shape;281;p27"/>
          <p:cNvPicPr preferRelativeResize="0"/>
          <p:nvPr/>
        </p:nvPicPr>
        <p:blipFill rotWithShape="1">
          <a:blip r:embed="rId3">
            <a:alphaModFix/>
          </a:blip>
          <a:srcRect b="0" l="0" r="0" t="0"/>
          <a:stretch/>
        </p:blipFill>
        <p:spPr>
          <a:xfrm>
            <a:off x="1724745" y="1248937"/>
            <a:ext cx="8132443" cy="4941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8"/>
          <p:cNvSpPr txBox="1"/>
          <p:nvPr>
            <p:ph type="title"/>
          </p:nvPr>
        </p:nvSpPr>
        <p:spPr>
          <a:xfrm>
            <a:off x="768997" y="1392865"/>
            <a:ext cx="10654006" cy="2942893"/>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FF0000"/>
              </a:buClr>
              <a:buSzPct val="100000"/>
              <a:buFont typeface="Arial"/>
              <a:buNone/>
            </a:pPr>
            <a:r>
              <a:rPr i="0" lang="en-US">
                <a:solidFill>
                  <a:srgbClr val="FF0000"/>
                </a:solidFill>
                <a:latin typeface="Arial"/>
                <a:ea typeface="Arial"/>
                <a:cs typeface="Arial"/>
                <a:sym typeface="Arial"/>
              </a:rPr>
              <a:t>PYTHON INTEGRATED DEVELOPMENT ENVIRONMENT // IDE:</a:t>
            </a:r>
            <a:br>
              <a:rPr i="0" lang="en-US">
                <a:solidFill>
                  <a:srgbClr val="FF0000"/>
                </a:solidFill>
                <a:latin typeface="Arial"/>
                <a:ea typeface="Arial"/>
                <a:cs typeface="Arial"/>
                <a:sym typeface="Arial"/>
              </a:rPr>
            </a:br>
            <a:br>
              <a:rPr b="1" i="0" lang="en-US">
                <a:solidFill>
                  <a:srgbClr val="FF0000"/>
                </a:solidFill>
                <a:latin typeface="Arial"/>
                <a:ea typeface="Arial"/>
                <a:cs typeface="Arial"/>
                <a:sym typeface="Arial"/>
              </a:rPr>
            </a:br>
            <a:br>
              <a:rPr b="1" i="0" lang="en-US">
                <a:solidFill>
                  <a:srgbClr val="FF0000"/>
                </a:solidFill>
                <a:latin typeface="Arial"/>
                <a:ea typeface="Arial"/>
                <a:cs typeface="Arial"/>
                <a:sym typeface="Arial"/>
              </a:rPr>
            </a:br>
            <a:r>
              <a:rPr b="1" i="0" lang="en-US">
                <a:solidFill>
                  <a:srgbClr val="FF0000"/>
                </a:solidFill>
                <a:latin typeface="Arial"/>
                <a:ea typeface="Arial"/>
                <a:cs typeface="Arial"/>
                <a:sym typeface="Arial"/>
              </a:rPr>
              <a:t> (PYCHARM,VSC, JUYPTER NOTEBOOK, IDLE, CMD)</a:t>
            </a:r>
            <a:br>
              <a:rPr b="1" i="0" lang="en-US">
                <a:solidFill>
                  <a:srgbClr val="FF0000"/>
                </a:solidFill>
                <a:latin typeface="Arial"/>
                <a:ea typeface="Arial"/>
                <a:cs typeface="Arial"/>
                <a:sym typeface="Arial"/>
              </a:rPr>
            </a:br>
            <a:endParaRPr>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9"/>
          <p:cNvSpPr txBox="1"/>
          <p:nvPr>
            <p:ph idx="1" type="body"/>
          </p:nvPr>
        </p:nvSpPr>
        <p:spPr>
          <a:xfrm>
            <a:off x="831850" y="269631"/>
            <a:ext cx="10515600" cy="5820019"/>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1" i="0" lang="en-US">
                <a:solidFill>
                  <a:srgbClr val="000000"/>
                </a:solidFill>
                <a:latin typeface="Helvetica Neue"/>
                <a:ea typeface="Helvetica Neue"/>
                <a:cs typeface="Helvetica Neue"/>
                <a:sym typeface="Helvetica Neue"/>
              </a:rPr>
              <a:t>Python IDLE</a:t>
            </a:r>
            <a:endParaRPr/>
          </a:p>
          <a:p>
            <a:pPr indent="0" lvl="0" marL="0" rtl="0" algn="l">
              <a:lnSpc>
                <a:spcPct val="120000"/>
              </a:lnSpc>
              <a:spcBef>
                <a:spcPts val="1000"/>
              </a:spcBef>
              <a:spcAft>
                <a:spcPts val="0"/>
              </a:spcAft>
              <a:buClr>
                <a:srgbClr val="000000"/>
              </a:buClr>
              <a:buSzPts val="2250"/>
              <a:buNone/>
            </a:pPr>
            <a:r>
              <a:rPr b="1" i="0" lang="en-US">
                <a:solidFill>
                  <a:srgbClr val="000000"/>
                </a:solidFill>
                <a:latin typeface="Helvetica Neue"/>
                <a:ea typeface="Helvetica Neue"/>
                <a:cs typeface="Helvetica Neue"/>
                <a:sym typeface="Helvetica Neue"/>
              </a:rPr>
              <a:t>What Is Python IDLE?</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Every Python installation comes with an Integrated Development and Learning Environment, which you’ll see shortened to IDLE or even IDE. These are a class of applications that help you write code more efficiently. While there are many IDEs for you to choose from, Python IDLE is very bare-bones, which makes it the perfect tool for a beginning programmer.</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Python IDLE comes included in Python installations on Windows and Mac. If you’re a Linux user, then you should be able to find and download Python IDLE using your package manager. Once you’ve installed it, you can then use Python IDLE as an interactive interpreter or as a file editor.</a:t>
            </a:r>
            <a:endParaRPr/>
          </a:p>
          <a:p>
            <a:pPr indent="0" lvl="0" marL="0" rtl="0" algn="l">
              <a:lnSpc>
                <a:spcPct val="120000"/>
              </a:lnSpc>
              <a:spcBef>
                <a:spcPts val="1000"/>
              </a:spcBef>
              <a:spcAft>
                <a:spcPts val="0"/>
              </a:spcAft>
              <a:buClr>
                <a:srgbClr val="888888"/>
              </a:buClr>
              <a:buSzPts val="225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0"/>
          <p:cNvSpPr txBox="1"/>
          <p:nvPr>
            <p:ph idx="1" type="body"/>
          </p:nvPr>
        </p:nvSpPr>
        <p:spPr>
          <a:xfrm>
            <a:off x="1141411" y="318977"/>
            <a:ext cx="9906000" cy="5480161"/>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3000"/>
              <a:buNone/>
            </a:pPr>
            <a:r>
              <a:rPr lang="en-US" sz="2400">
                <a:solidFill>
                  <a:schemeClr val="dk1"/>
                </a:solidFill>
                <a:latin typeface="Helvetica Neue"/>
                <a:ea typeface="Helvetica Neue"/>
                <a:cs typeface="Helvetica Neue"/>
                <a:sym typeface="Helvetica Neue"/>
              </a:rPr>
              <a:t>How to Use the Python IDLE Shell:</a:t>
            </a:r>
            <a:endParaRPr/>
          </a:p>
          <a:p>
            <a:pPr indent="0" lvl="0" marL="0" rtl="0" algn="l">
              <a:lnSpc>
                <a:spcPct val="120000"/>
              </a:lnSpc>
              <a:spcBef>
                <a:spcPts val="1000"/>
              </a:spcBef>
              <a:spcAft>
                <a:spcPts val="0"/>
              </a:spcAft>
              <a:buClr>
                <a:srgbClr val="888888"/>
              </a:buClr>
              <a:buSzPts val="2250"/>
              <a:buNone/>
            </a:pPr>
            <a:r>
              <a:t/>
            </a:r>
            <a:endParaRPr>
              <a:solidFill>
                <a:schemeClr val="dk1"/>
              </a:solidFill>
              <a:latin typeface="Helvetica Neue"/>
              <a:ea typeface="Helvetica Neue"/>
              <a:cs typeface="Helvetica Neue"/>
              <a:sym typeface="Helvetica Neue"/>
            </a:endParaRPr>
          </a:p>
          <a:p>
            <a:pPr indent="0" lvl="0" marL="0" rtl="0" algn="l">
              <a:lnSpc>
                <a:spcPct val="120000"/>
              </a:lnSpc>
              <a:spcBef>
                <a:spcPts val="1000"/>
              </a:spcBef>
              <a:spcAft>
                <a:spcPts val="0"/>
              </a:spcAft>
              <a:buClr>
                <a:schemeClr val="dk1"/>
              </a:buClr>
              <a:buSzPts val="2250"/>
              <a:buNone/>
            </a:pPr>
            <a:r>
              <a:rPr lang="en-US">
                <a:solidFill>
                  <a:schemeClr val="dk1"/>
                </a:solidFill>
                <a:latin typeface="Helvetica Neue"/>
                <a:ea typeface="Helvetica Neue"/>
                <a:cs typeface="Helvetica Neue"/>
                <a:sym typeface="Helvetica Neue"/>
              </a:rPr>
              <a:t>The shell is the default mode of operation for Python IDLE. When you click on the icon to open the program, the shell is the first thing that you see</a:t>
            </a:r>
            <a:endParaRPr/>
          </a:p>
        </p:txBody>
      </p:sp>
      <p:pic>
        <p:nvPicPr>
          <p:cNvPr id="297" name="Google Shape;297;p30"/>
          <p:cNvPicPr preferRelativeResize="0"/>
          <p:nvPr/>
        </p:nvPicPr>
        <p:blipFill rotWithShape="1">
          <a:blip r:embed="rId3">
            <a:alphaModFix/>
          </a:blip>
          <a:srcRect b="0" l="0" r="0" t="0"/>
          <a:stretch/>
        </p:blipFill>
        <p:spPr>
          <a:xfrm>
            <a:off x="1141411" y="2833618"/>
            <a:ext cx="9346722" cy="23231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1"/>
          <p:cNvSpPr txBox="1"/>
          <p:nvPr>
            <p:ph idx="1" type="body"/>
          </p:nvPr>
        </p:nvSpPr>
        <p:spPr>
          <a:xfrm>
            <a:off x="1141411" y="701749"/>
            <a:ext cx="9906000" cy="5097389"/>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250"/>
              <a:buNone/>
            </a:pPr>
            <a:r>
              <a:rPr lang="en-US">
                <a:solidFill>
                  <a:schemeClr val="dk1"/>
                </a:solidFill>
                <a:latin typeface="Helvetica Neue"/>
                <a:ea typeface="Helvetica Neue"/>
                <a:cs typeface="Helvetica Neue"/>
                <a:sym typeface="Helvetica Neue"/>
              </a:rPr>
              <a:t>This is a blank Python interpreter window. You can use it to start interacting with Python immediately. You can test it out with a short line of code as follows</a:t>
            </a:r>
            <a:endParaRPr/>
          </a:p>
        </p:txBody>
      </p:sp>
      <p:pic>
        <p:nvPicPr>
          <p:cNvPr id="303" name="Google Shape;303;p31"/>
          <p:cNvPicPr preferRelativeResize="0"/>
          <p:nvPr/>
        </p:nvPicPr>
        <p:blipFill rotWithShape="1">
          <a:blip r:embed="rId3">
            <a:alphaModFix/>
          </a:blip>
          <a:srcRect b="0" l="0" r="0" t="0"/>
          <a:stretch/>
        </p:blipFill>
        <p:spPr>
          <a:xfrm>
            <a:off x="1141411" y="2349795"/>
            <a:ext cx="10151256" cy="245080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2"/>
          <p:cNvSpPr txBox="1"/>
          <p:nvPr>
            <p:ph idx="1" type="body"/>
          </p:nvPr>
        </p:nvSpPr>
        <p:spPr>
          <a:xfrm>
            <a:off x="831850" y="267629"/>
            <a:ext cx="10515600" cy="5822021"/>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1" i="0" lang="en-US">
                <a:solidFill>
                  <a:srgbClr val="000000"/>
                </a:solidFill>
                <a:latin typeface="Helvetica Neue"/>
                <a:ea typeface="Helvetica Neue"/>
                <a:cs typeface="Helvetica Neue"/>
                <a:sym typeface="Helvetica Neue"/>
              </a:rPr>
              <a:t>3. Install PyCharm:</a:t>
            </a:r>
            <a:endParaRPr b="0" i="0">
              <a:solidFill>
                <a:srgbClr val="00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PyCharm is a cross-platform editor developed by JetBrains. Pycharm provides all the tools you need for productive Python development.</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Check System requirements here: </a:t>
            </a:r>
            <a:r>
              <a:rPr b="0" i="0" lang="en-US" u="sng">
                <a:solidFill>
                  <a:schemeClr val="hlink"/>
                </a:solidFill>
                <a:latin typeface="Helvetica Neue"/>
                <a:ea typeface="Helvetica Neue"/>
                <a:cs typeface="Helvetica Neue"/>
                <a:sym typeface="Helvetica Neue"/>
                <a:hlinkClick r:id="rId3"/>
              </a:rPr>
              <a:t>https://www.jetbrains.com/help/pycharm/installation-guide.html#requirements</a:t>
            </a:r>
            <a:endParaRPr b="0" i="0">
              <a:solidFill>
                <a:srgbClr val="FF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For Windows follow this link: </a:t>
            </a:r>
            <a:r>
              <a:rPr b="0" i="0" lang="en-US" u="sng">
                <a:solidFill>
                  <a:schemeClr val="hlink"/>
                </a:solidFill>
                <a:latin typeface="Helvetica Neue"/>
                <a:ea typeface="Helvetica Neue"/>
                <a:cs typeface="Helvetica Neue"/>
                <a:sym typeface="Helvetica Neue"/>
                <a:hlinkClick r:id="rId4"/>
              </a:rPr>
              <a:t>https://www.jetbrains.com/pycharm/download/#section=windows</a:t>
            </a:r>
            <a:endParaRPr b="0" i="0">
              <a:solidFill>
                <a:srgbClr val="FF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For MacOS follow this link: </a:t>
            </a:r>
            <a:r>
              <a:rPr b="0" i="0" lang="en-US" u="sng">
                <a:solidFill>
                  <a:schemeClr val="hlink"/>
                </a:solidFill>
                <a:latin typeface="Helvetica Neue"/>
                <a:ea typeface="Helvetica Neue"/>
                <a:cs typeface="Helvetica Neue"/>
                <a:sym typeface="Helvetica Neue"/>
                <a:hlinkClick r:id="rId5"/>
              </a:rPr>
              <a:t>https://www.jetbrains.com/pycharm/download/#section=mac</a:t>
            </a:r>
            <a:endParaRPr b="0" i="0">
              <a:solidFill>
                <a:srgbClr val="FF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For Linux OS follow this link: </a:t>
            </a:r>
            <a:r>
              <a:rPr b="0" i="0" lang="en-US" u="sng">
                <a:solidFill>
                  <a:schemeClr val="hlink"/>
                </a:solidFill>
                <a:latin typeface="Helvetica Neue"/>
                <a:ea typeface="Helvetica Neue"/>
                <a:cs typeface="Helvetica Neue"/>
                <a:sym typeface="Helvetica Neue"/>
                <a:hlinkClick r:id="rId6"/>
              </a:rPr>
              <a:t>https://www.jetbrains.com/pycharm/download/#section=linux</a:t>
            </a:r>
            <a:endParaRPr b="0" i="0">
              <a:solidFill>
                <a:srgbClr val="FF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Once the download is complete, run the exe for install PyCharm. The setup wizard should have started. Click “Next”.</a:t>
            </a:r>
            <a:endParaRPr/>
          </a:p>
          <a:p>
            <a:pPr indent="0" lvl="0" marL="0" rtl="0" algn="l">
              <a:lnSpc>
                <a:spcPct val="120000"/>
              </a:lnSpc>
              <a:spcBef>
                <a:spcPts val="1000"/>
              </a:spcBef>
              <a:spcAft>
                <a:spcPts val="0"/>
              </a:spcAft>
              <a:buClr>
                <a:srgbClr val="888888"/>
              </a:buClr>
              <a:buSzPts val="225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3"/>
          <p:cNvSpPr txBox="1"/>
          <p:nvPr>
            <p:ph idx="1" type="body"/>
          </p:nvPr>
        </p:nvSpPr>
        <p:spPr>
          <a:xfrm>
            <a:off x="831850" y="278781"/>
            <a:ext cx="10515600" cy="581087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888888"/>
              </a:buClr>
              <a:buSzPts val="2250"/>
              <a:buNone/>
            </a:pPr>
            <a:r>
              <a:t/>
            </a:r>
            <a:endParaRPr/>
          </a:p>
        </p:txBody>
      </p:sp>
      <p:pic>
        <p:nvPicPr>
          <p:cNvPr id="314" name="Google Shape;314;p33"/>
          <p:cNvPicPr preferRelativeResize="0"/>
          <p:nvPr/>
        </p:nvPicPr>
        <p:blipFill rotWithShape="1">
          <a:blip r:embed="rId3">
            <a:alphaModFix/>
          </a:blip>
          <a:srcRect b="0" l="0" r="0" t="0"/>
          <a:stretch/>
        </p:blipFill>
        <p:spPr>
          <a:xfrm>
            <a:off x="2330604" y="1010723"/>
            <a:ext cx="6602606" cy="507892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4"/>
          <p:cNvSpPr txBox="1"/>
          <p:nvPr>
            <p:ph idx="1" type="body"/>
          </p:nvPr>
        </p:nvSpPr>
        <p:spPr>
          <a:xfrm>
            <a:off x="831850" y="457200"/>
            <a:ext cx="10515600" cy="5632451"/>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Proceed with the DEFAULT installation. Once installation finished, you should receive a message screen that PyCharm is installed. If you want to go ahead and run it, click the “Run PyCharm Community Edition” box first and click “Finish”.</a:t>
            </a:r>
            <a:endParaRPr/>
          </a:p>
          <a:p>
            <a:pPr indent="0" lvl="0" marL="0" rtl="0" algn="l">
              <a:lnSpc>
                <a:spcPct val="120000"/>
              </a:lnSpc>
              <a:spcBef>
                <a:spcPts val="1000"/>
              </a:spcBef>
              <a:spcAft>
                <a:spcPts val="0"/>
              </a:spcAft>
              <a:buClr>
                <a:srgbClr val="888888"/>
              </a:buClr>
              <a:buSzPts val="2250"/>
              <a:buNone/>
            </a:pPr>
            <a:r>
              <a:t/>
            </a:r>
            <a:endParaRPr/>
          </a:p>
        </p:txBody>
      </p:sp>
      <p:pic>
        <p:nvPicPr>
          <p:cNvPr id="320" name="Google Shape;320;p34"/>
          <p:cNvPicPr preferRelativeResize="0"/>
          <p:nvPr/>
        </p:nvPicPr>
        <p:blipFill rotWithShape="1">
          <a:blip r:embed="rId3">
            <a:alphaModFix/>
          </a:blip>
          <a:srcRect b="0" l="0" r="0" t="0"/>
          <a:stretch/>
        </p:blipFill>
        <p:spPr>
          <a:xfrm>
            <a:off x="2196790" y="1979888"/>
            <a:ext cx="5954751" cy="459538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5"/>
          <p:cNvSpPr txBox="1"/>
          <p:nvPr>
            <p:ph idx="1" type="body"/>
          </p:nvPr>
        </p:nvSpPr>
        <p:spPr>
          <a:xfrm>
            <a:off x="831850" y="434899"/>
            <a:ext cx="10515600" cy="5654752"/>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1" i="0" lang="en-US">
                <a:solidFill>
                  <a:srgbClr val="000000"/>
                </a:solidFill>
                <a:latin typeface="Helvetica Neue"/>
                <a:ea typeface="Helvetica Neue"/>
                <a:cs typeface="Helvetica Neue"/>
                <a:sym typeface="Helvetica Neue"/>
              </a:rPr>
              <a:t>Create your First Python Program</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To create a new project, click on “Create New Project”. On the introductory screen of the Pycharm</a:t>
            </a:r>
            <a:endParaRPr b="0" i="0">
              <a:solidFill>
                <a:srgbClr val="00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You will need to select a location.</a:t>
            </a:r>
            <a:endParaRPr/>
          </a:p>
          <a:p>
            <a:pPr indent="-142875" lvl="0" marL="0" rtl="0" algn="l">
              <a:lnSpc>
                <a:spcPct val="120000"/>
              </a:lnSpc>
              <a:spcBef>
                <a:spcPts val="1000"/>
              </a:spcBef>
              <a:spcAft>
                <a:spcPts val="0"/>
              </a:spcAft>
              <a:buClr>
                <a:srgbClr val="000000"/>
              </a:buClr>
              <a:buSzPts val="2250"/>
              <a:buFont typeface="Twentieth Century"/>
              <a:buAutoNum type="arabicPeriod"/>
            </a:pPr>
            <a:r>
              <a:rPr b="0" i="0" lang="en-US">
                <a:solidFill>
                  <a:srgbClr val="000000"/>
                </a:solidFill>
                <a:latin typeface="Helvetica Neue"/>
                <a:ea typeface="Helvetica Neue"/>
                <a:cs typeface="Helvetica Neue"/>
                <a:sym typeface="Helvetica Neue"/>
              </a:rPr>
              <a:t>You can select the location where you want the project to be created. If you don’t want to change location than keep it as it is but at least change the name from “untitled” to something more meaningful, like “FirstProject”.</a:t>
            </a:r>
            <a:endParaRPr/>
          </a:p>
          <a:p>
            <a:pPr indent="-142875" lvl="0" marL="0" rtl="0" algn="l">
              <a:lnSpc>
                <a:spcPct val="120000"/>
              </a:lnSpc>
              <a:spcBef>
                <a:spcPts val="1000"/>
              </a:spcBef>
              <a:spcAft>
                <a:spcPts val="0"/>
              </a:spcAft>
              <a:buClr>
                <a:srgbClr val="000000"/>
              </a:buClr>
              <a:buSzPts val="2250"/>
              <a:buFont typeface="Twentieth Century"/>
              <a:buAutoNum type="arabicPeriod"/>
            </a:pPr>
            <a:r>
              <a:rPr b="0" i="0" lang="en-US">
                <a:solidFill>
                  <a:srgbClr val="000000"/>
                </a:solidFill>
                <a:latin typeface="Helvetica Neue"/>
                <a:ea typeface="Helvetica Neue"/>
                <a:cs typeface="Helvetica Neue"/>
                <a:sym typeface="Helvetica Neue"/>
              </a:rPr>
              <a:t>PyCharm should have found the Python interpreter you installed earlier.</a:t>
            </a:r>
            <a:endParaRPr/>
          </a:p>
          <a:p>
            <a:pPr indent="-142875" lvl="0" marL="0" rtl="0" algn="l">
              <a:lnSpc>
                <a:spcPct val="120000"/>
              </a:lnSpc>
              <a:spcBef>
                <a:spcPts val="1000"/>
              </a:spcBef>
              <a:spcAft>
                <a:spcPts val="0"/>
              </a:spcAft>
              <a:buClr>
                <a:srgbClr val="000000"/>
              </a:buClr>
              <a:buSzPts val="2250"/>
              <a:buFont typeface="Twentieth Century"/>
              <a:buAutoNum type="arabicPeriod"/>
            </a:pPr>
            <a:r>
              <a:rPr b="0" i="0" lang="en-US">
                <a:solidFill>
                  <a:srgbClr val="000000"/>
                </a:solidFill>
                <a:latin typeface="Helvetica Neue"/>
                <a:ea typeface="Helvetica Neue"/>
                <a:cs typeface="Helvetica Neue"/>
                <a:sym typeface="Helvetica Neue"/>
              </a:rPr>
              <a:t>Next Click the “Create” Button.</a:t>
            </a:r>
            <a:endParaRPr/>
          </a:p>
          <a:p>
            <a:pPr indent="0" lvl="0" marL="0" rtl="0" algn="l">
              <a:lnSpc>
                <a:spcPct val="120000"/>
              </a:lnSpc>
              <a:spcBef>
                <a:spcPts val="1000"/>
              </a:spcBef>
              <a:spcAft>
                <a:spcPts val="0"/>
              </a:spcAft>
              <a:buClr>
                <a:srgbClr val="888888"/>
              </a:buClr>
              <a:buSzPts val="225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36"/>
          <p:cNvPicPr preferRelativeResize="0"/>
          <p:nvPr/>
        </p:nvPicPr>
        <p:blipFill rotWithShape="1">
          <a:blip r:embed="rId3">
            <a:alphaModFix/>
          </a:blip>
          <a:srcRect b="0" l="0" r="0" t="0"/>
          <a:stretch/>
        </p:blipFill>
        <p:spPr>
          <a:xfrm>
            <a:off x="3300413" y="1676400"/>
            <a:ext cx="5591175" cy="3505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7"/>
          <p:cNvSpPr txBox="1"/>
          <p:nvPr>
            <p:ph idx="1" type="body"/>
          </p:nvPr>
        </p:nvSpPr>
        <p:spPr>
          <a:xfrm>
            <a:off x="831850" y="199292"/>
            <a:ext cx="10515600" cy="5890358"/>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888888"/>
              </a:buClr>
              <a:buSzPts val="2250"/>
              <a:buNone/>
            </a:pPr>
            <a:r>
              <a:t/>
            </a:r>
            <a:endParaRPr/>
          </a:p>
        </p:txBody>
      </p:sp>
      <p:pic>
        <p:nvPicPr>
          <p:cNvPr id="336" name="Google Shape;336;p37"/>
          <p:cNvPicPr preferRelativeResize="0"/>
          <p:nvPr/>
        </p:nvPicPr>
        <p:blipFill rotWithShape="1">
          <a:blip r:embed="rId3">
            <a:alphaModFix/>
          </a:blip>
          <a:srcRect b="0" l="0" r="0" t="0"/>
          <a:stretch/>
        </p:blipFill>
        <p:spPr>
          <a:xfrm>
            <a:off x="1825004" y="879232"/>
            <a:ext cx="8541992" cy="421188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8"/>
          <p:cNvSpPr txBox="1"/>
          <p:nvPr>
            <p:ph idx="1" type="body"/>
          </p:nvPr>
        </p:nvSpPr>
        <p:spPr>
          <a:xfrm>
            <a:off x="831850" y="644769"/>
            <a:ext cx="10515600" cy="5444881"/>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A new pop-up will appear. Now type the name of the file you want (Here we give “HelloWorld”) and hit “OK”.</a:t>
            </a:r>
            <a:endParaRPr/>
          </a:p>
          <a:p>
            <a:pPr indent="0" lvl="0" marL="0" rtl="0" algn="l">
              <a:lnSpc>
                <a:spcPct val="120000"/>
              </a:lnSpc>
              <a:spcBef>
                <a:spcPts val="1000"/>
              </a:spcBef>
              <a:spcAft>
                <a:spcPts val="0"/>
              </a:spcAft>
              <a:buClr>
                <a:srgbClr val="888888"/>
              </a:buClr>
              <a:buSzPts val="2250"/>
              <a:buNone/>
            </a:pPr>
            <a:r>
              <a:t/>
            </a:r>
            <a:endParaRPr>
              <a:solidFill>
                <a:srgbClr val="00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888888"/>
              </a:buClr>
              <a:buSzPts val="2250"/>
              <a:buNone/>
            </a:pPr>
            <a:r>
              <a:t/>
            </a:r>
            <a:endParaRPr>
              <a:solidFill>
                <a:srgbClr val="00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Now go to the “Run” menu and select “Run” to run your program.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9"/>
          <p:cNvSpPr txBox="1"/>
          <p:nvPr>
            <p:ph idx="1" type="body"/>
          </p:nvPr>
        </p:nvSpPr>
        <p:spPr>
          <a:xfrm>
            <a:off x="831850" y="257909"/>
            <a:ext cx="10515600" cy="5831742"/>
          </a:xfrm>
          <a:prstGeom prst="rect">
            <a:avLst/>
          </a:prstGeom>
          <a:noFill/>
          <a:ln>
            <a:noFill/>
          </a:ln>
        </p:spPr>
        <p:txBody>
          <a:bodyPr anchorCtr="0" anchor="t" bIns="45700" lIns="91425" spcFirstLastPara="1" rIns="91425" wrap="square" tIns="45700">
            <a:normAutofit/>
          </a:bodyPr>
          <a:lstStyle/>
          <a:p>
            <a:pPr indent="0" lvl="8" marL="3657600" rtl="0" algn="l">
              <a:lnSpc>
                <a:spcPct val="120000"/>
              </a:lnSpc>
              <a:spcBef>
                <a:spcPts val="0"/>
              </a:spcBef>
              <a:spcAft>
                <a:spcPts val="0"/>
              </a:spcAft>
              <a:buClr>
                <a:srgbClr val="FF0000"/>
              </a:buClr>
              <a:buSzPts val="2000"/>
              <a:buNone/>
            </a:pPr>
            <a:r>
              <a:rPr b="1" i="0" lang="en-US" u="sng">
                <a:solidFill>
                  <a:srgbClr val="FF0000"/>
                </a:solidFill>
                <a:latin typeface="Helvetica Neue"/>
                <a:ea typeface="Helvetica Neue"/>
                <a:cs typeface="Helvetica Neue"/>
                <a:sym typeface="Helvetica Neue"/>
              </a:rPr>
              <a:t>VISUAL STUDIO CODE</a:t>
            </a:r>
            <a:endParaRPr b="1" i="0">
              <a:solidFill>
                <a:srgbClr val="FF0000"/>
              </a:solidFill>
              <a:latin typeface="Helvetica Neue"/>
              <a:ea typeface="Helvetica Neue"/>
              <a:cs typeface="Helvetica Neue"/>
              <a:sym typeface="Helvetica Neue"/>
            </a:endParaRPr>
          </a:p>
          <a:p>
            <a:pPr indent="0" lvl="0" marL="0" rtl="0" algn="l">
              <a:lnSpc>
                <a:spcPct val="120000"/>
              </a:lnSpc>
              <a:spcBef>
                <a:spcPts val="1000"/>
              </a:spcBef>
              <a:spcAft>
                <a:spcPts val="0"/>
              </a:spcAft>
              <a:buClr>
                <a:srgbClr val="888888"/>
              </a:buClr>
              <a:buSzPts val="2250"/>
              <a:buNone/>
            </a:pPr>
            <a:r>
              <a:t/>
            </a:r>
            <a:endParaRPr/>
          </a:p>
        </p:txBody>
      </p:sp>
      <p:pic>
        <p:nvPicPr>
          <p:cNvPr id="347" name="Google Shape;347;p39"/>
          <p:cNvPicPr preferRelativeResize="0"/>
          <p:nvPr/>
        </p:nvPicPr>
        <p:blipFill rotWithShape="1">
          <a:blip r:embed="rId3">
            <a:alphaModFix/>
          </a:blip>
          <a:srcRect b="0" l="0" r="0" t="0"/>
          <a:stretch/>
        </p:blipFill>
        <p:spPr>
          <a:xfrm>
            <a:off x="2156178" y="666118"/>
            <a:ext cx="7975599" cy="619188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0"/>
          <p:cNvSpPr txBox="1"/>
          <p:nvPr>
            <p:ph idx="1" type="body"/>
          </p:nvPr>
        </p:nvSpPr>
        <p:spPr>
          <a:xfrm>
            <a:off x="831850" y="398585"/>
            <a:ext cx="10515600" cy="5691065"/>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1" i="0" lang="en-US">
                <a:solidFill>
                  <a:srgbClr val="000000"/>
                </a:solidFill>
                <a:latin typeface="Helvetica Neue"/>
                <a:ea typeface="Helvetica Neue"/>
                <a:cs typeface="Helvetica Neue"/>
                <a:sym typeface="Helvetica Neue"/>
              </a:rPr>
              <a:t>Installing </a:t>
            </a:r>
            <a:r>
              <a:rPr b="1" lang="en-US">
                <a:solidFill>
                  <a:srgbClr val="000000"/>
                </a:solidFill>
                <a:latin typeface="Helvetica Neue"/>
                <a:ea typeface="Helvetica Neue"/>
                <a:cs typeface="Helvetica Neue"/>
                <a:sym typeface="Helvetica Neue"/>
              </a:rPr>
              <a:t>Visual Studio Code</a:t>
            </a:r>
            <a:r>
              <a:rPr b="1" i="0" lang="en-US">
                <a:solidFill>
                  <a:srgbClr val="000000"/>
                </a:solidFill>
                <a:latin typeface="Helvetica Neue"/>
                <a:ea typeface="Helvetica Neue"/>
                <a:cs typeface="Helvetica Neue"/>
                <a:sym typeface="Helvetica Neue"/>
              </a:rPr>
              <a:t>:</a:t>
            </a:r>
            <a:endParaRPr/>
          </a:p>
          <a:p>
            <a:pPr indent="0" lvl="0" marL="0" rtl="0" algn="l">
              <a:lnSpc>
                <a:spcPct val="120000"/>
              </a:lnSpc>
              <a:spcBef>
                <a:spcPts val="1000"/>
              </a:spcBef>
              <a:spcAft>
                <a:spcPts val="0"/>
              </a:spcAft>
              <a:buClr>
                <a:srgbClr val="000000"/>
              </a:buClr>
              <a:buSzPts val="2250"/>
              <a:buNone/>
            </a:pPr>
            <a:r>
              <a:rPr lang="en-US">
                <a:solidFill>
                  <a:srgbClr val="000000"/>
                </a:solidFill>
                <a:latin typeface="Helvetica Neue"/>
                <a:ea typeface="Helvetica Neue"/>
                <a:cs typeface="Helvetica Neue"/>
                <a:sym typeface="Helvetica Neue"/>
              </a:rPr>
              <a:t>F</a:t>
            </a:r>
            <a:r>
              <a:rPr b="0" i="0" lang="en-US">
                <a:solidFill>
                  <a:srgbClr val="000000"/>
                </a:solidFill>
                <a:latin typeface="Helvetica Neue"/>
                <a:ea typeface="Helvetica Neue"/>
                <a:cs typeface="Helvetica Neue"/>
                <a:sym typeface="Helvetica Neue"/>
              </a:rPr>
              <a:t>ollow this link </a:t>
            </a:r>
            <a:r>
              <a:rPr b="0" i="0" lang="en-US" u="sng">
                <a:solidFill>
                  <a:srgbClr val="FF0000"/>
                </a:solidFill>
                <a:latin typeface="Helvetica Neue"/>
                <a:ea typeface="Helvetica Neue"/>
                <a:cs typeface="Helvetica Neue"/>
                <a:sym typeface="Helvetica Neue"/>
              </a:rPr>
              <a:t>https://code.visualstudio.com/download</a:t>
            </a:r>
            <a:endParaRPr/>
          </a:p>
          <a:p>
            <a:pPr indent="0" lvl="0" marL="0" rtl="0" algn="l">
              <a:lnSpc>
                <a:spcPct val="120000"/>
              </a:lnSpc>
              <a:spcBef>
                <a:spcPts val="1000"/>
              </a:spcBef>
              <a:spcAft>
                <a:spcPts val="0"/>
              </a:spcAft>
              <a:buClr>
                <a:schemeClr val="dk1"/>
              </a:buClr>
              <a:buSzPts val="2250"/>
              <a:buNone/>
            </a:pPr>
            <a:r>
              <a:rPr b="0" i="0" lang="en-US">
                <a:solidFill>
                  <a:schemeClr val="dk1"/>
                </a:solidFill>
                <a:latin typeface="arial"/>
                <a:ea typeface="arial"/>
                <a:cs typeface="arial"/>
                <a:sym typeface="arial"/>
              </a:rPr>
              <a:t>Visual Studio Code, also commonly referred to as VS Code, is a source-code editor made by Microsoft with the Electron Framework, for Windows, Linux, and macOS. Features include support for debugging, syntax highlighting, intelligent code completion, snippets, code refactoring, and embedded Git.</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1"/>
          <p:cNvSpPr txBox="1"/>
          <p:nvPr>
            <p:ph idx="1" type="body"/>
          </p:nvPr>
        </p:nvSpPr>
        <p:spPr>
          <a:xfrm>
            <a:off x="831850" y="422031"/>
            <a:ext cx="10515600" cy="5667619"/>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1" i="0" lang="en-US">
                <a:solidFill>
                  <a:srgbClr val="000000"/>
                </a:solidFill>
                <a:latin typeface="Helvetica Neue"/>
                <a:ea typeface="Helvetica Neue"/>
                <a:cs typeface="Helvetica Neue"/>
                <a:sym typeface="Helvetica Neue"/>
              </a:rPr>
              <a:t>The Python Command Line</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if you don’t have Pycharm Editor/Jupyter installed, you can still run the code from the command prompt. Enter the correct path of a file in the command prompt to run the program.</a:t>
            </a:r>
            <a:endParaRPr/>
          </a:p>
          <a:p>
            <a:pPr indent="0" lvl="0" marL="0" rtl="0" algn="l">
              <a:lnSpc>
                <a:spcPct val="120000"/>
              </a:lnSpc>
              <a:spcBef>
                <a:spcPts val="1000"/>
              </a:spcBef>
              <a:spcAft>
                <a:spcPts val="0"/>
              </a:spcAft>
              <a:buClr>
                <a:srgbClr val="888888"/>
              </a:buClr>
              <a:buSzPts val="225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2"/>
          <p:cNvSpPr txBox="1"/>
          <p:nvPr>
            <p:ph idx="1" type="body"/>
          </p:nvPr>
        </p:nvSpPr>
        <p:spPr>
          <a:xfrm>
            <a:off x="831850" y="293077"/>
            <a:ext cx="10515600" cy="5796573"/>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rgbClr val="000000"/>
              </a:buClr>
              <a:buSzPts val="2250"/>
              <a:buNone/>
            </a:pPr>
            <a:r>
              <a:rPr b="1" i="0" lang="en-US">
                <a:solidFill>
                  <a:srgbClr val="000000"/>
                </a:solidFill>
                <a:latin typeface="Helvetica Neue"/>
                <a:ea typeface="Helvetica Neue"/>
                <a:cs typeface="Helvetica Neue"/>
                <a:sym typeface="Helvetica Neue"/>
              </a:rPr>
              <a:t>Windows CMD Command</a:t>
            </a:r>
            <a:endParaRPr/>
          </a:p>
          <a:p>
            <a:pPr indent="0" lvl="0" marL="0" rtl="0" algn="l">
              <a:lnSpc>
                <a:spcPct val="120000"/>
              </a:lnSpc>
              <a:spcBef>
                <a:spcPts val="1000"/>
              </a:spcBef>
              <a:spcAft>
                <a:spcPts val="0"/>
              </a:spcAft>
              <a:buClr>
                <a:srgbClr val="000000"/>
              </a:buClr>
              <a:buSzPts val="2250"/>
              <a:buNone/>
            </a:pPr>
            <a:r>
              <a:rPr b="1" i="0" lang="en-US">
                <a:solidFill>
                  <a:srgbClr val="000000"/>
                </a:solidFill>
                <a:latin typeface="Helvetica Neue"/>
                <a:ea typeface="Helvetica Neue"/>
                <a:cs typeface="Helvetica Neue"/>
                <a:sym typeface="Helvetica Neue"/>
              </a:rPr>
              <a:t>What Is CMD</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CMD stands for Command (.CMD). A command is an instruction given to a computer program that tells the program what has to be done. It is an application that is found in most computers with Windows as the Operating System, and it helps in the execution of the commands entered. It is also called Command Prompt or Windows Command Processor.</a:t>
            </a:r>
            <a:endParaRPr/>
          </a:p>
          <a:p>
            <a:pPr indent="0" lvl="0" marL="0" rtl="0" algn="l">
              <a:lnSpc>
                <a:spcPct val="120000"/>
              </a:lnSpc>
              <a:spcBef>
                <a:spcPts val="1000"/>
              </a:spcBef>
              <a:spcAft>
                <a:spcPts val="0"/>
              </a:spcAft>
              <a:buClr>
                <a:srgbClr val="000000"/>
              </a:buClr>
              <a:buSzPts val="2250"/>
              <a:buNone/>
            </a:pPr>
            <a:r>
              <a:rPr b="1" i="0" lang="en-US">
                <a:solidFill>
                  <a:srgbClr val="000000"/>
                </a:solidFill>
                <a:latin typeface="Helvetica Neue"/>
                <a:ea typeface="Helvetica Neue"/>
                <a:cs typeface="Helvetica Neue"/>
                <a:sym typeface="Helvetica Neue"/>
              </a:rPr>
              <a:t>Why Is Command Prompt Useful</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Command prompt has become increasingly popular with people having no background in IT as it helps to automate several tedious, mundane tasks with the help of a few clicks. The interface allows the user to run multiple commands, and the commands can be executed one after the other. This has proved a boon in the world of automation.</a:t>
            </a:r>
            <a:endParaRPr/>
          </a:p>
          <a:p>
            <a:pPr indent="0" lvl="0" marL="0" rtl="0" algn="l">
              <a:lnSpc>
                <a:spcPct val="120000"/>
              </a:lnSpc>
              <a:spcBef>
                <a:spcPts val="1000"/>
              </a:spcBef>
              <a:spcAft>
                <a:spcPts val="0"/>
              </a:spcAft>
              <a:buClr>
                <a:srgbClr val="000000"/>
              </a:buClr>
              <a:buSzPts val="2250"/>
              <a:buNone/>
            </a:pPr>
            <a:r>
              <a:rPr b="0" i="0" lang="en-US">
                <a:solidFill>
                  <a:srgbClr val="000000"/>
                </a:solidFill>
                <a:latin typeface="Helvetica Neue"/>
                <a:ea typeface="Helvetica Neue"/>
                <a:cs typeface="Helvetica Neue"/>
                <a:sym typeface="Helvetica Neue"/>
              </a:rPr>
              <a:t>Most users find it difficult to learn and cannot use Command prompt as compared to the user-friendly interface that is available on the modern apps, however, Command prompt can still be used in many situations.</a:t>
            </a:r>
            <a:endParaRPr/>
          </a:p>
          <a:p>
            <a:pPr indent="0" lvl="0" marL="0" rtl="0" algn="l">
              <a:lnSpc>
                <a:spcPct val="120000"/>
              </a:lnSpc>
              <a:spcBef>
                <a:spcPts val="1000"/>
              </a:spcBef>
              <a:spcAft>
                <a:spcPts val="0"/>
              </a:spcAft>
              <a:buClr>
                <a:srgbClr val="888888"/>
              </a:buClr>
              <a:buSzPts val="225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