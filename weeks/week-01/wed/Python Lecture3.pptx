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Quattrocento Sans"/>
      <p:regular r:id="rId28"/>
      <p:bold r:id="rId29"/>
      <p:italic r:id="rId30"/>
      <p:boldItalic r:id="rId31"/>
    </p:embeddedFont>
    <p:embeddedFont>
      <p:font typeface="Fira Code"/>
      <p:regular r:id="rId32"/>
      <p:bold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QuattrocentoSans-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Quattrocento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QuattrocentoSans-boldItalic.fntdata"/><Relationship Id="rId30" Type="http://schemas.openxmlformats.org/officeDocument/2006/relationships/font" Target="fonts/QuattrocentoSans-italic.fntdata"/><Relationship Id="rId11" Type="http://schemas.openxmlformats.org/officeDocument/2006/relationships/slide" Target="slides/slide5.xml"/><Relationship Id="rId33" Type="http://schemas.openxmlformats.org/officeDocument/2006/relationships/font" Target="fonts/FiraCode-bold.fntdata"/><Relationship Id="rId10" Type="http://schemas.openxmlformats.org/officeDocument/2006/relationships/slide" Target="slides/slide4.xml"/><Relationship Id="rId32" Type="http://schemas.openxmlformats.org/officeDocument/2006/relationships/font" Target="fonts/FiraCode-regular.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f119fcc346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2f119fcc346_1_2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f119fcc346_1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2f119fcc346_1_2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f119fcc346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2f119fcc346_1_2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f119fcc346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2f119fcc346_1_2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f119fcc346_1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2f119fcc346_1_2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f119fcc346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2f119fcc346_1_2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f119fcc346_1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2f119fcc346_1_2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f119fcc346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2f119fcc346_1_2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f119fcc346_1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2f119fcc346_1_2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f119fcc346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2f119fcc346_1_2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f119fcc346_1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2f119fcc346_1_2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f119fcc346_1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2f119fcc346_1_2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f119fcc346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2f119fcc346_1_2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f119fcc346_1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2f119fcc346_1_2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f119fcc346_1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2f119fcc346_1_2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f119fcc346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2f119fcc346_1_2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f119fcc346_1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2f119fcc346_1_3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f119fcc346_1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2f119fcc346_1_3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f119fcc346_1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2f119fcc346_1_3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f119fcc346_1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2f119fcc346_1_3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f119fcc346_1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2f119fcc346_1_3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4"/>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 name="Google Shape;99;p14"/>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00" name="Google Shape;100;p14"/>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14"/>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14"/>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3" name="Shape 103"/>
        <p:cNvGrpSpPr/>
        <p:nvPr/>
      </p:nvGrpSpPr>
      <p:grpSpPr>
        <a:xfrm>
          <a:off x="0" y="0"/>
          <a:ext cx="0" cy="0"/>
          <a:chOff x="0" y="0"/>
          <a:chExt cx="0" cy="0"/>
        </a:xfrm>
      </p:grpSpPr>
      <p:pic>
        <p:nvPicPr>
          <p:cNvPr descr="\\DROBO-FS\QuickDrops\JB\PPTX NG\Droplets\LightingOverlay.png" id="104" name="Google Shape;104;p15"/>
          <p:cNvPicPr preferRelativeResize="0"/>
          <p:nvPr/>
        </p:nvPicPr>
        <p:blipFill rotWithShape="1">
          <a:blip r:embed="rId2">
            <a:alphaModFix amt="30000"/>
          </a:blip>
          <a:srcRect b="0" l="0" r="0" t="0"/>
          <a:stretch/>
        </p:blipFill>
        <p:spPr>
          <a:xfrm>
            <a:off x="0" y="-1"/>
            <a:ext cx="9144002" cy="5143501"/>
          </a:xfrm>
          <a:prstGeom prst="rect">
            <a:avLst/>
          </a:prstGeom>
          <a:noFill/>
          <a:ln>
            <a:noFill/>
          </a:ln>
        </p:spPr>
      </p:pic>
      <p:grpSp>
        <p:nvGrpSpPr>
          <p:cNvPr id="105" name="Google Shape;105;p15"/>
          <p:cNvGrpSpPr/>
          <p:nvPr/>
        </p:nvGrpSpPr>
        <p:grpSpPr>
          <a:xfrm>
            <a:off x="0" y="0"/>
            <a:ext cx="1728788" cy="5143501"/>
            <a:chOff x="0" y="0"/>
            <a:chExt cx="2305051" cy="6858001"/>
          </a:xfrm>
        </p:grpSpPr>
        <p:sp>
          <p:nvSpPr>
            <p:cNvPr id="106" name="Google Shape;106;p15"/>
            <p:cNvSpPr/>
            <p:nvPr/>
          </p:nvSpPr>
          <p:spPr>
            <a:xfrm>
              <a:off x="1209675" y="4763"/>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5"/>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5"/>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5"/>
            <p:cNvSpPr/>
            <p:nvPr/>
          </p:nvSpPr>
          <p:spPr>
            <a:xfrm>
              <a:off x="414338" y="9525"/>
              <a:ext cx="28575" cy="4481513"/>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5"/>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 name="Google Shape;111;p15"/>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dk2"/>
                </a:gs>
                <a:gs pos="100000">
                  <a:srgbClr val="B3FFFF"/>
                </a:gs>
              </a:gsLst>
              <a:lin ang="5400000" scaled="0"/>
            </a:gradFill>
            <a:ln>
              <a:noFill/>
            </a:ln>
          </p:spPr>
        </p:sp>
        <p:sp>
          <p:nvSpPr>
            <p:cNvPr id="112" name="Google Shape;112;p15"/>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dk2"/>
                </a:gs>
                <a:gs pos="100000">
                  <a:srgbClr val="B3FFFF"/>
                </a:gs>
              </a:gsLst>
              <a:lin ang="5400000" scaled="0"/>
            </a:gradFill>
            <a:ln>
              <a:noFill/>
            </a:ln>
          </p:spPr>
        </p:sp>
        <p:sp>
          <p:nvSpPr>
            <p:cNvPr id="113" name="Google Shape;113;p15"/>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5"/>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dk2"/>
                </a:gs>
                <a:gs pos="100000">
                  <a:srgbClr val="B3FFFF"/>
                </a:gs>
              </a:gsLst>
              <a:lin ang="5400000" scaled="0"/>
            </a:gradFill>
            <a:ln>
              <a:noFill/>
            </a:ln>
          </p:spPr>
        </p:sp>
        <p:sp>
          <p:nvSpPr>
            <p:cNvPr id="115" name="Google Shape;115;p15"/>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116" name="Google Shape;116;p15"/>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5"/>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5"/>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dk2"/>
                </a:gs>
                <a:gs pos="100000">
                  <a:srgbClr val="B3FFFF"/>
                </a:gs>
              </a:gsLst>
              <a:lin ang="5400000" scaled="0"/>
            </a:gradFill>
            <a:ln>
              <a:noFill/>
            </a:ln>
          </p:spPr>
        </p:sp>
        <p:sp>
          <p:nvSpPr>
            <p:cNvPr id="119" name="Google Shape;119;p15"/>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5"/>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dk2"/>
                </a:gs>
                <a:gs pos="100000">
                  <a:srgbClr val="B3FFFF"/>
                </a:gs>
              </a:gsLst>
              <a:lin ang="5400000" scaled="0"/>
            </a:gradFill>
            <a:ln>
              <a:noFill/>
            </a:ln>
          </p:spPr>
        </p:sp>
        <p:sp>
          <p:nvSpPr>
            <p:cNvPr id="121" name="Google Shape;121;p15"/>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5"/>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5"/>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dk2"/>
                </a:gs>
                <a:gs pos="100000">
                  <a:srgbClr val="B3FFFF"/>
                </a:gs>
              </a:gsLst>
              <a:lin ang="5400000" scaled="0"/>
            </a:gradFill>
            <a:ln>
              <a:noFill/>
            </a:ln>
          </p:spPr>
        </p:sp>
        <p:sp>
          <p:nvSpPr>
            <p:cNvPr id="124" name="Google Shape;124;p15"/>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5"/>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5"/>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dk2"/>
                </a:gs>
                <a:gs pos="100000">
                  <a:srgbClr val="B3FFFF"/>
                </a:gs>
              </a:gsLst>
              <a:lin ang="5400000" scaled="0"/>
            </a:gradFill>
            <a:ln>
              <a:noFill/>
            </a:ln>
          </p:spPr>
        </p:sp>
        <p:sp>
          <p:nvSpPr>
            <p:cNvPr id="127" name="Google Shape;127;p15"/>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5"/>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dk2"/>
                </a:gs>
                <a:gs pos="100000">
                  <a:srgbClr val="B3FFFF"/>
                </a:gs>
              </a:gsLst>
              <a:lin ang="5400000" scaled="0"/>
            </a:gradFill>
            <a:ln>
              <a:noFill/>
            </a:ln>
          </p:spPr>
        </p:sp>
        <p:sp>
          <p:nvSpPr>
            <p:cNvPr id="129" name="Google Shape;129;p15"/>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5"/>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dk2"/>
                </a:gs>
                <a:gs pos="100000">
                  <a:srgbClr val="B3FFFF"/>
                </a:gs>
              </a:gsLst>
              <a:lin ang="5400000" scaled="0"/>
            </a:gradFill>
            <a:ln>
              <a:noFill/>
            </a:ln>
          </p:spPr>
        </p:sp>
        <p:sp>
          <p:nvSpPr>
            <p:cNvPr id="131" name="Google Shape;131;p15"/>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5"/>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dk2"/>
                </a:gs>
                <a:gs pos="100000">
                  <a:srgbClr val="B3FFFF"/>
                </a:gs>
              </a:gsLst>
              <a:lin ang="5400000" scaled="0"/>
            </a:gradFill>
            <a:ln>
              <a:noFill/>
            </a:ln>
          </p:spPr>
        </p:sp>
        <p:sp>
          <p:nvSpPr>
            <p:cNvPr id="133" name="Google Shape;133;p15"/>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5"/>
            <p:cNvSpPr/>
            <p:nvPr/>
          </p:nvSpPr>
          <p:spPr>
            <a:xfrm>
              <a:off x="642938" y="6610350"/>
              <a:ext cx="23813" cy="242888"/>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5"/>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5"/>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dk2"/>
                </a:gs>
                <a:gs pos="100000">
                  <a:srgbClr val="B3FFFF"/>
                </a:gs>
              </a:gsLst>
              <a:lin ang="5400000" scaled="0"/>
            </a:gradFill>
            <a:ln>
              <a:noFill/>
            </a:ln>
          </p:spPr>
        </p:sp>
        <p:sp>
          <p:nvSpPr>
            <p:cNvPr id="137" name="Google Shape;137;p15"/>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dk2"/>
                </a:gs>
                <a:gs pos="100000">
                  <a:srgbClr val="B3FFFF"/>
                </a:gs>
              </a:gsLst>
              <a:lin ang="5400000" scaled="0"/>
            </a:gradFill>
            <a:ln>
              <a:noFill/>
            </a:ln>
          </p:spPr>
        </p:sp>
        <p:sp>
          <p:nvSpPr>
            <p:cNvPr id="138" name="Google Shape;138;p15"/>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5"/>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dk2"/>
                </a:gs>
                <a:gs pos="100000">
                  <a:srgbClr val="B3FFFF"/>
                </a:gs>
              </a:gsLst>
              <a:lin ang="5400000" scaled="0"/>
            </a:gradFill>
            <a:ln>
              <a:noFill/>
            </a:ln>
          </p:spPr>
        </p:sp>
        <p:sp>
          <p:nvSpPr>
            <p:cNvPr id="140" name="Google Shape;140;p15"/>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141" name="Google Shape;141;p15"/>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15"/>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dk2"/>
                </a:gs>
                <a:gs pos="100000">
                  <a:srgbClr val="B3FFFF"/>
                </a:gs>
              </a:gsLst>
              <a:lin ang="5400000" scaled="0"/>
            </a:gradFill>
            <a:ln>
              <a:noFill/>
            </a:ln>
          </p:spPr>
        </p:sp>
        <p:sp>
          <p:nvSpPr>
            <p:cNvPr id="143" name="Google Shape;143;p15"/>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5"/>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dk2"/>
                </a:gs>
                <a:gs pos="100000">
                  <a:srgbClr val="B3FFFF"/>
                </a:gs>
              </a:gsLst>
              <a:lin ang="5400000" scaled="0"/>
            </a:gradFill>
            <a:ln>
              <a:noFill/>
            </a:ln>
          </p:spPr>
        </p:sp>
        <p:sp>
          <p:nvSpPr>
            <p:cNvPr id="145" name="Google Shape;145;p15"/>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15"/>
            <p:cNvSpPr/>
            <p:nvPr/>
          </p:nvSpPr>
          <p:spPr>
            <a:xfrm>
              <a:off x="1228725" y="4662488"/>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5"/>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dk2"/>
                </a:gs>
                <a:gs pos="100000">
                  <a:srgbClr val="B3FFFF"/>
                </a:gs>
              </a:gsLst>
              <a:lin ang="5400000" scaled="0"/>
            </a:gradFill>
            <a:ln>
              <a:noFill/>
            </a:ln>
          </p:spPr>
        </p:sp>
        <p:sp>
          <p:nvSpPr>
            <p:cNvPr id="148" name="Google Shape;148;p15"/>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5"/>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dk2"/>
                </a:gs>
                <a:gs pos="100000">
                  <a:srgbClr val="B3FFFF"/>
                </a:gs>
              </a:gsLst>
              <a:lin ang="5400000" scaled="0"/>
            </a:gradFill>
            <a:ln>
              <a:noFill/>
            </a:ln>
          </p:spPr>
        </p:sp>
        <p:sp>
          <p:nvSpPr>
            <p:cNvPr id="150" name="Google Shape;150;p15"/>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5"/>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15"/>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dk2"/>
                </a:gs>
                <a:gs pos="100000">
                  <a:srgbClr val="B3FFFF"/>
                </a:gs>
              </a:gsLst>
              <a:lin ang="5400000" scaled="0"/>
            </a:gradFill>
            <a:ln>
              <a:noFill/>
            </a:ln>
          </p:spPr>
        </p:sp>
        <p:sp>
          <p:nvSpPr>
            <p:cNvPr id="153" name="Google Shape;153;p15"/>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154" name="Google Shape;154;p15"/>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15"/>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15"/>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dk2"/>
                </a:gs>
                <a:gs pos="100000">
                  <a:srgbClr val="B3FFFF"/>
                </a:gs>
              </a:gsLst>
              <a:lin ang="5400000" scaled="0"/>
            </a:gradFill>
            <a:ln>
              <a:noFill/>
            </a:ln>
          </p:spPr>
        </p:sp>
        <p:sp>
          <p:nvSpPr>
            <p:cNvPr id="157" name="Google Shape;157;p15"/>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5"/>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dk2"/>
                </a:gs>
                <a:gs pos="100000">
                  <a:srgbClr val="B3FFFF"/>
                </a:gs>
              </a:gsLst>
              <a:lin ang="5400000" scaled="0"/>
            </a:gradFill>
            <a:ln>
              <a:noFill/>
            </a:ln>
          </p:spPr>
        </p:sp>
        <p:sp>
          <p:nvSpPr>
            <p:cNvPr id="159" name="Google Shape;159;p15"/>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60" name="Google Shape;160;p15"/>
          <p:cNvSpPr txBox="1"/>
          <p:nvPr>
            <p:ph type="ctrTitle"/>
          </p:nvPr>
        </p:nvSpPr>
        <p:spPr>
          <a:xfrm>
            <a:off x="1407318" y="841772"/>
            <a:ext cx="6593681"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15"/>
          <p:cNvSpPr txBox="1"/>
          <p:nvPr>
            <p:ph idx="1" type="subTitle"/>
          </p:nvPr>
        </p:nvSpPr>
        <p:spPr>
          <a:xfrm>
            <a:off x="1407318" y="2701528"/>
            <a:ext cx="6593681" cy="1241821"/>
          </a:xfrm>
          <a:prstGeom prst="rect">
            <a:avLst/>
          </a:prstGeom>
          <a:noFill/>
          <a:ln>
            <a:noFill/>
          </a:ln>
        </p:spPr>
        <p:txBody>
          <a:bodyPr anchorCtr="0" anchor="t" bIns="34275" lIns="68575" spcFirstLastPara="1" rIns="68575" wrap="square" tIns="34275">
            <a:normAutofit/>
          </a:bodyPr>
          <a:lstStyle>
            <a:lvl1pPr lvl="0" algn="l">
              <a:lnSpc>
                <a:spcPct val="120000"/>
              </a:lnSpc>
              <a:spcBef>
                <a:spcPts val="800"/>
              </a:spcBef>
              <a:spcAft>
                <a:spcPts val="0"/>
              </a:spcAft>
              <a:buClr>
                <a:schemeClr val="dk2"/>
              </a:buClr>
              <a:buSzPts val="1900"/>
              <a:buNone/>
              <a:defRPr sz="1500" cap="none">
                <a:solidFill>
                  <a:schemeClr val="dk2"/>
                </a:solidFill>
              </a:defRPr>
            </a:lvl1pPr>
            <a:lvl2pPr lvl="1" algn="ctr">
              <a:lnSpc>
                <a:spcPct val="120000"/>
              </a:lnSpc>
              <a:spcBef>
                <a:spcPts val="400"/>
              </a:spcBef>
              <a:spcAft>
                <a:spcPts val="0"/>
              </a:spcAft>
              <a:buClr>
                <a:schemeClr val="dk1"/>
              </a:buClr>
              <a:buSzPts val="1900"/>
              <a:buNone/>
              <a:defRPr sz="1500"/>
            </a:lvl2pPr>
            <a:lvl3pPr lvl="2" algn="ctr">
              <a:lnSpc>
                <a:spcPct val="120000"/>
              </a:lnSpc>
              <a:spcBef>
                <a:spcPts val="400"/>
              </a:spcBef>
              <a:spcAft>
                <a:spcPts val="0"/>
              </a:spcAft>
              <a:buClr>
                <a:schemeClr val="dk1"/>
              </a:buClr>
              <a:buSzPts val="1700"/>
              <a:buNone/>
              <a:defRPr sz="1400"/>
            </a:lvl3pPr>
            <a:lvl4pPr lvl="3" algn="ctr">
              <a:lnSpc>
                <a:spcPct val="120000"/>
              </a:lnSpc>
              <a:spcBef>
                <a:spcPts val="400"/>
              </a:spcBef>
              <a:spcAft>
                <a:spcPts val="0"/>
              </a:spcAft>
              <a:buClr>
                <a:schemeClr val="dk1"/>
              </a:buClr>
              <a:buSzPts val="1500"/>
              <a:buNone/>
              <a:defRPr sz="1200"/>
            </a:lvl4pPr>
            <a:lvl5pPr lvl="4" algn="ctr">
              <a:lnSpc>
                <a:spcPct val="120000"/>
              </a:lnSpc>
              <a:spcBef>
                <a:spcPts val="400"/>
              </a:spcBef>
              <a:spcAft>
                <a:spcPts val="0"/>
              </a:spcAft>
              <a:buClr>
                <a:schemeClr val="dk1"/>
              </a:buClr>
              <a:buSzPts val="1500"/>
              <a:buNone/>
              <a:defRPr sz="1200"/>
            </a:lvl5pPr>
            <a:lvl6pPr lvl="5" algn="ctr">
              <a:lnSpc>
                <a:spcPct val="120000"/>
              </a:lnSpc>
              <a:spcBef>
                <a:spcPts val="400"/>
              </a:spcBef>
              <a:spcAft>
                <a:spcPts val="0"/>
              </a:spcAft>
              <a:buClr>
                <a:schemeClr val="dk1"/>
              </a:buClr>
              <a:buSzPts val="1500"/>
              <a:buNone/>
              <a:defRPr sz="1200"/>
            </a:lvl6pPr>
            <a:lvl7pPr lvl="6" algn="ctr">
              <a:lnSpc>
                <a:spcPct val="120000"/>
              </a:lnSpc>
              <a:spcBef>
                <a:spcPts val="400"/>
              </a:spcBef>
              <a:spcAft>
                <a:spcPts val="0"/>
              </a:spcAft>
              <a:buClr>
                <a:schemeClr val="dk1"/>
              </a:buClr>
              <a:buSzPts val="1500"/>
              <a:buNone/>
              <a:defRPr sz="1200"/>
            </a:lvl7pPr>
            <a:lvl8pPr lvl="7" algn="ctr">
              <a:lnSpc>
                <a:spcPct val="120000"/>
              </a:lnSpc>
              <a:spcBef>
                <a:spcPts val="400"/>
              </a:spcBef>
              <a:spcAft>
                <a:spcPts val="0"/>
              </a:spcAft>
              <a:buClr>
                <a:schemeClr val="dk1"/>
              </a:buClr>
              <a:buSzPts val="1500"/>
              <a:buNone/>
              <a:defRPr sz="1200"/>
            </a:lvl8pPr>
            <a:lvl9pPr lvl="8" algn="ctr">
              <a:lnSpc>
                <a:spcPct val="120000"/>
              </a:lnSpc>
              <a:spcBef>
                <a:spcPts val="400"/>
              </a:spcBef>
              <a:spcAft>
                <a:spcPts val="0"/>
              </a:spcAft>
              <a:buClr>
                <a:schemeClr val="dk1"/>
              </a:buClr>
              <a:buSzPts val="1500"/>
              <a:buNone/>
              <a:defRPr sz="1200"/>
            </a:lvl9pPr>
          </a:lstStyle>
          <a:p/>
        </p:txBody>
      </p:sp>
      <p:sp>
        <p:nvSpPr>
          <p:cNvPr id="162" name="Google Shape;162;p15"/>
          <p:cNvSpPr txBox="1"/>
          <p:nvPr>
            <p:ph idx="10" type="dt"/>
          </p:nvPr>
        </p:nvSpPr>
        <p:spPr>
          <a:xfrm>
            <a:off x="5308133" y="4057651"/>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3" name="Google Shape;163;p15"/>
          <p:cNvSpPr txBox="1"/>
          <p:nvPr>
            <p:ph idx="11" type="ftr"/>
          </p:nvPr>
        </p:nvSpPr>
        <p:spPr>
          <a:xfrm>
            <a:off x="1407318" y="4057651"/>
            <a:ext cx="3843665"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4" name="Google Shape;164;p15"/>
          <p:cNvSpPr txBox="1"/>
          <p:nvPr>
            <p:ph idx="12" type="sldNum"/>
          </p:nvPr>
        </p:nvSpPr>
        <p:spPr>
          <a:xfrm>
            <a:off x="7422683" y="4057649"/>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5" name="Shape 165"/>
        <p:cNvGrpSpPr/>
        <p:nvPr/>
      </p:nvGrpSpPr>
      <p:grpSpPr>
        <a:xfrm>
          <a:off x="0" y="0"/>
          <a:ext cx="0" cy="0"/>
          <a:chOff x="0" y="0"/>
          <a:chExt cx="0" cy="0"/>
        </a:xfrm>
      </p:grpSpPr>
      <p:sp>
        <p:nvSpPr>
          <p:cNvPr id="166" name="Google Shape;166;p16"/>
          <p:cNvSpPr txBox="1"/>
          <p:nvPr>
            <p:ph type="title"/>
          </p:nvPr>
        </p:nvSpPr>
        <p:spPr>
          <a:xfrm>
            <a:off x="856058" y="1064419"/>
            <a:ext cx="74295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7" name="Google Shape;167;p16"/>
          <p:cNvSpPr txBox="1"/>
          <p:nvPr>
            <p:ph idx="1" type="body"/>
          </p:nvPr>
        </p:nvSpPr>
        <p:spPr>
          <a:xfrm>
            <a:off x="856058" y="3318271"/>
            <a:ext cx="7429500" cy="103108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rgbClr val="888888"/>
              </a:buClr>
              <a:buSzPts val="1700"/>
              <a:buNone/>
              <a:defRPr sz="1400" cap="none">
                <a:solidFill>
                  <a:srgbClr val="888888"/>
                </a:solidFill>
              </a:defRPr>
            </a:lvl1pPr>
            <a:lvl2pPr indent="-228600" lvl="1" marL="914400" algn="l">
              <a:lnSpc>
                <a:spcPct val="120000"/>
              </a:lnSpc>
              <a:spcBef>
                <a:spcPts val="400"/>
              </a:spcBef>
              <a:spcAft>
                <a:spcPts val="0"/>
              </a:spcAft>
              <a:buClr>
                <a:srgbClr val="888888"/>
              </a:buClr>
              <a:buSzPts val="1700"/>
              <a:buNone/>
              <a:defRPr sz="1400">
                <a:solidFill>
                  <a:srgbClr val="888888"/>
                </a:solidFill>
              </a:defRPr>
            </a:lvl2pPr>
            <a:lvl3pPr indent="-228600" lvl="2" marL="1371600" algn="l">
              <a:lnSpc>
                <a:spcPct val="120000"/>
              </a:lnSpc>
              <a:spcBef>
                <a:spcPts val="400"/>
              </a:spcBef>
              <a:spcAft>
                <a:spcPts val="0"/>
              </a:spcAft>
              <a:buClr>
                <a:srgbClr val="888888"/>
              </a:buClr>
              <a:buSzPts val="1700"/>
              <a:buNone/>
              <a:defRPr sz="1400">
                <a:solidFill>
                  <a:srgbClr val="888888"/>
                </a:solidFill>
              </a:defRPr>
            </a:lvl3pPr>
            <a:lvl4pPr indent="-228600" lvl="3" marL="1828800" algn="l">
              <a:lnSpc>
                <a:spcPct val="120000"/>
              </a:lnSpc>
              <a:spcBef>
                <a:spcPts val="400"/>
              </a:spcBef>
              <a:spcAft>
                <a:spcPts val="0"/>
              </a:spcAft>
              <a:buClr>
                <a:srgbClr val="888888"/>
              </a:buClr>
              <a:buSzPts val="1500"/>
              <a:buNone/>
              <a:defRPr sz="1200">
                <a:solidFill>
                  <a:srgbClr val="888888"/>
                </a:solidFill>
              </a:defRPr>
            </a:lvl4pPr>
            <a:lvl5pPr indent="-228600" lvl="4" marL="2286000" algn="l">
              <a:lnSpc>
                <a:spcPct val="120000"/>
              </a:lnSpc>
              <a:spcBef>
                <a:spcPts val="400"/>
              </a:spcBef>
              <a:spcAft>
                <a:spcPts val="0"/>
              </a:spcAft>
              <a:buClr>
                <a:srgbClr val="888888"/>
              </a:buClr>
              <a:buSzPts val="1500"/>
              <a:buNone/>
              <a:defRPr sz="1200">
                <a:solidFill>
                  <a:srgbClr val="888888"/>
                </a:solidFill>
              </a:defRPr>
            </a:lvl5pPr>
            <a:lvl6pPr indent="-228600" lvl="5" marL="2743200" algn="l">
              <a:lnSpc>
                <a:spcPct val="120000"/>
              </a:lnSpc>
              <a:spcBef>
                <a:spcPts val="400"/>
              </a:spcBef>
              <a:spcAft>
                <a:spcPts val="0"/>
              </a:spcAft>
              <a:buClr>
                <a:srgbClr val="888888"/>
              </a:buClr>
              <a:buSzPts val="1500"/>
              <a:buNone/>
              <a:defRPr sz="1200">
                <a:solidFill>
                  <a:srgbClr val="888888"/>
                </a:solidFill>
              </a:defRPr>
            </a:lvl6pPr>
            <a:lvl7pPr indent="-228600" lvl="6" marL="3200400" algn="l">
              <a:lnSpc>
                <a:spcPct val="120000"/>
              </a:lnSpc>
              <a:spcBef>
                <a:spcPts val="400"/>
              </a:spcBef>
              <a:spcAft>
                <a:spcPts val="0"/>
              </a:spcAft>
              <a:buClr>
                <a:srgbClr val="888888"/>
              </a:buClr>
              <a:buSzPts val="1500"/>
              <a:buNone/>
              <a:defRPr sz="1200">
                <a:solidFill>
                  <a:srgbClr val="888888"/>
                </a:solidFill>
              </a:defRPr>
            </a:lvl7pPr>
            <a:lvl8pPr indent="-228600" lvl="7" marL="3657600" algn="l">
              <a:lnSpc>
                <a:spcPct val="120000"/>
              </a:lnSpc>
              <a:spcBef>
                <a:spcPts val="400"/>
              </a:spcBef>
              <a:spcAft>
                <a:spcPts val="0"/>
              </a:spcAft>
              <a:buClr>
                <a:srgbClr val="888888"/>
              </a:buClr>
              <a:buSzPts val="1500"/>
              <a:buNone/>
              <a:defRPr sz="1200">
                <a:solidFill>
                  <a:srgbClr val="888888"/>
                </a:solidFill>
              </a:defRPr>
            </a:lvl8pPr>
            <a:lvl9pPr indent="-228600" lvl="8" marL="4114800" algn="l">
              <a:lnSpc>
                <a:spcPct val="120000"/>
              </a:lnSpc>
              <a:spcBef>
                <a:spcPts val="400"/>
              </a:spcBef>
              <a:spcAft>
                <a:spcPts val="0"/>
              </a:spcAft>
              <a:buClr>
                <a:srgbClr val="888888"/>
              </a:buClr>
              <a:buSzPts val="1500"/>
              <a:buNone/>
              <a:defRPr sz="1200">
                <a:solidFill>
                  <a:srgbClr val="888888"/>
                </a:solidFill>
              </a:defRPr>
            </a:lvl9pPr>
          </a:lstStyle>
          <a:p/>
        </p:txBody>
      </p:sp>
      <p:sp>
        <p:nvSpPr>
          <p:cNvPr id="168" name="Google Shape;168;p16"/>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16"/>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16"/>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1" name="Shape 171"/>
        <p:cNvGrpSpPr/>
        <p:nvPr/>
      </p:nvGrpSpPr>
      <p:grpSpPr>
        <a:xfrm>
          <a:off x="0" y="0"/>
          <a:ext cx="0" cy="0"/>
          <a:chOff x="0" y="0"/>
          <a:chExt cx="0" cy="0"/>
        </a:xfrm>
      </p:grpSpPr>
      <p:sp>
        <p:nvSpPr>
          <p:cNvPr id="172" name="Google Shape;172;p17"/>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3" name="Google Shape;173;p17"/>
          <p:cNvSpPr txBox="1"/>
          <p:nvPr>
            <p:ph idx="1" type="body"/>
          </p:nvPr>
        </p:nvSpPr>
        <p:spPr>
          <a:xfrm>
            <a:off x="856057" y="1687115"/>
            <a:ext cx="3658792" cy="2656286"/>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74" name="Google Shape;174;p17"/>
          <p:cNvSpPr txBox="1"/>
          <p:nvPr>
            <p:ph idx="2" type="body"/>
          </p:nvPr>
        </p:nvSpPr>
        <p:spPr>
          <a:xfrm>
            <a:off x="4629150" y="1687115"/>
            <a:ext cx="3656408" cy="2656286"/>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75" name="Google Shape;175;p17"/>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17"/>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7" name="Google Shape;177;p17"/>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8" name="Shape 178"/>
        <p:cNvGrpSpPr/>
        <p:nvPr/>
      </p:nvGrpSpPr>
      <p:grpSpPr>
        <a:xfrm>
          <a:off x="0" y="0"/>
          <a:ext cx="0" cy="0"/>
          <a:chOff x="0" y="0"/>
          <a:chExt cx="0" cy="0"/>
        </a:xfrm>
      </p:grpSpPr>
      <p:sp>
        <p:nvSpPr>
          <p:cNvPr id="179" name="Google Shape;179;p18"/>
          <p:cNvSpPr txBox="1"/>
          <p:nvPr>
            <p:ph type="title"/>
          </p:nvPr>
        </p:nvSpPr>
        <p:spPr>
          <a:xfrm>
            <a:off x="856058" y="464344"/>
            <a:ext cx="7429500" cy="110847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0" name="Google Shape;180;p18"/>
          <p:cNvSpPr txBox="1"/>
          <p:nvPr>
            <p:ph idx="1" type="body"/>
          </p:nvPr>
        </p:nvSpPr>
        <p:spPr>
          <a:xfrm>
            <a:off x="1027514" y="1687115"/>
            <a:ext cx="3487337"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181" name="Google Shape;181;p18"/>
          <p:cNvSpPr txBox="1"/>
          <p:nvPr>
            <p:ph idx="2" type="body"/>
          </p:nvPr>
        </p:nvSpPr>
        <p:spPr>
          <a:xfrm>
            <a:off x="856057" y="2305048"/>
            <a:ext cx="3658793" cy="2038351"/>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82" name="Google Shape;182;p18"/>
          <p:cNvSpPr txBox="1"/>
          <p:nvPr>
            <p:ph idx="3" type="body"/>
          </p:nvPr>
        </p:nvSpPr>
        <p:spPr>
          <a:xfrm>
            <a:off x="4800606" y="1687114"/>
            <a:ext cx="3484952"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183" name="Google Shape;183;p18"/>
          <p:cNvSpPr txBox="1"/>
          <p:nvPr>
            <p:ph idx="4" type="body"/>
          </p:nvPr>
        </p:nvSpPr>
        <p:spPr>
          <a:xfrm>
            <a:off x="4629150" y="2305048"/>
            <a:ext cx="3656407" cy="2038351"/>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84" name="Google Shape;184;p18"/>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5" name="Google Shape;185;p18"/>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6" name="Google Shape;186;p18"/>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19"/>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9" name="Google Shape;189;p19"/>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0" name="Google Shape;190;p19"/>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19"/>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2" name="Shape 192"/>
        <p:cNvGrpSpPr/>
        <p:nvPr/>
      </p:nvGrpSpPr>
      <p:grpSpPr>
        <a:xfrm>
          <a:off x="0" y="0"/>
          <a:ext cx="0" cy="0"/>
          <a:chOff x="0" y="0"/>
          <a:chExt cx="0" cy="0"/>
        </a:xfrm>
      </p:grpSpPr>
      <p:sp>
        <p:nvSpPr>
          <p:cNvPr id="193" name="Google Shape;193;p20"/>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4" name="Google Shape;194;p20"/>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5" name="Google Shape;195;p20"/>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6" name="Shape 196"/>
        <p:cNvGrpSpPr/>
        <p:nvPr/>
      </p:nvGrpSpPr>
      <p:grpSpPr>
        <a:xfrm>
          <a:off x="0" y="0"/>
          <a:ext cx="0" cy="0"/>
          <a:chOff x="0" y="0"/>
          <a:chExt cx="0" cy="0"/>
        </a:xfrm>
      </p:grpSpPr>
      <p:sp>
        <p:nvSpPr>
          <p:cNvPr id="197" name="Google Shape;197;p21"/>
          <p:cNvSpPr txBox="1"/>
          <p:nvPr>
            <p:ph type="title"/>
          </p:nvPr>
        </p:nvSpPr>
        <p:spPr>
          <a:xfrm>
            <a:off x="860029" y="457201"/>
            <a:ext cx="2892028" cy="122991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Twentieth Centur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8" name="Google Shape;198;p21"/>
          <p:cNvSpPr txBox="1"/>
          <p:nvPr>
            <p:ph idx="1" type="body"/>
          </p:nvPr>
        </p:nvSpPr>
        <p:spPr>
          <a:xfrm>
            <a:off x="3867150" y="444499"/>
            <a:ext cx="4418407" cy="3898901"/>
          </a:xfrm>
          <a:prstGeom prst="rect">
            <a:avLst/>
          </a:prstGeom>
          <a:noFill/>
          <a:ln>
            <a:noFill/>
          </a:ln>
        </p:spPr>
        <p:txBody>
          <a:bodyPr anchorCtr="0" anchor="ctr"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99" name="Google Shape;199;p21"/>
          <p:cNvSpPr txBox="1"/>
          <p:nvPr>
            <p:ph idx="2" type="body"/>
          </p:nvPr>
        </p:nvSpPr>
        <p:spPr>
          <a:xfrm>
            <a:off x="860029" y="1687115"/>
            <a:ext cx="2892028" cy="265628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500"/>
              <a:buNone/>
              <a:defRPr sz="12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00" name="Google Shape;200;p21"/>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21"/>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2" name="Google Shape;202;p21"/>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3" name="Shape 203"/>
        <p:cNvGrpSpPr/>
        <p:nvPr/>
      </p:nvGrpSpPr>
      <p:grpSpPr>
        <a:xfrm>
          <a:off x="0" y="0"/>
          <a:ext cx="0" cy="0"/>
          <a:chOff x="0" y="0"/>
          <a:chExt cx="0" cy="0"/>
        </a:xfrm>
      </p:grpSpPr>
      <p:sp>
        <p:nvSpPr>
          <p:cNvPr id="204" name="Google Shape;204;p22"/>
          <p:cNvSpPr txBox="1"/>
          <p:nvPr>
            <p:ph type="title"/>
          </p:nvPr>
        </p:nvSpPr>
        <p:spPr>
          <a:xfrm>
            <a:off x="856060" y="457200"/>
            <a:ext cx="4450881" cy="122991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Twentieth Centur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5" name="Google Shape;205;p22"/>
          <p:cNvSpPr/>
          <p:nvPr>
            <p:ph idx="2" type="pic"/>
          </p:nvPr>
        </p:nvSpPr>
        <p:spPr>
          <a:xfrm>
            <a:off x="5535541" y="457201"/>
            <a:ext cx="2750018" cy="3886199"/>
          </a:xfrm>
          <a:prstGeom prst="round2DiagRect">
            <a:avLst>
              <a:gd fmla="val 5608"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06" name="Google Shape;206;p22"/>
          <p:cNvSpPr txBox="1"/>
          <p:nvPr>
            <p:ph idx="1" type="body"/>
          </p:nvPr>
        </p:nvSpPr>
        <p:spPr>
          <a:xfrm>
            <a:off x="856058" y="1687115"/>
            <a:ext cx="4450883" cy="265628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500"/>
              <a:buNone/>
              <a:defRPr sz="12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07" name="Google Shape;207;p22"/>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8" name="Google Shape;208;p22"/>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9" name="Google Shape;209;p22"/>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210" name="Shape 210"/>
        <p:cNvGrpSpPr/>
        <p:nvPr/>
      </p:nvGrpSpPr>
      <p:grpSpPr>
        <a:xfrm>
          <a:off x="0" y="0"/>
          <a:ext cx="0" cy="0"/>
          <a:chOff x="0" y="0"/>
          <a:chExt cx="0" cy="0"/>
        </a:xfrm>
      </p:grpSpPr>
      <p:sp>
        <p:nvSpPr>
          <p:cNvPr id="211" name="Google Shape;211;p23"/>
          <p:cNvSpPr txBox="1"/>
          <p:nvPr>
            <p:ph type="title"/>
          </p:nvPr>
        </p:nvSpPr>
        <p:spPr>
          <a:xfrm>
            <a:off x="856058" y="3228498"/>
            <a:ext cx="7434266" cy="614516"/>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Twentieth Centur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2" name="Google Shape;212;p23"/>
          <p:cNvSpPr/>
          <p:nvPr>
            <p:ph idx="2" type="pic"/>
          </p:nvPr>
        </p:nvSpPr>
        <p:spPr>
          <a:xfrm>
            <a:off x="856058" y="454819"/>
            <a:ext cx="7434266" cy="2474834"/>
          </a:xfrm>
          <a:prstGeom prst="round2DiagRect">
            <a:avLst>
              <a:gd fmla="val 4860"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3" name="Google Shape;213;p23"/>
          <p:cNvSpPr txBox="1"/>
          <p:nvPr>
            <p:ph idx="1" type="body"/>
          </p:nvPr>
        </p:nvSpPr>
        <p:spPr>
          <a:xfrm>
            <a:off x="856023" y="3843015"/>
            <a:ext cx="7433144" cy="511854"/>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500"/>
              <a:buNone/>
              <a:defRPr sz="12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14" name="Google Shape;214;p23"/>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5" name="Google Shape;215;p23"/>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6" name="Google Shape;216;p23"/>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217" name="Shape 217"/>
        <p:cNvGrpSpPr/>
        <p:nvPr/>
      </p:nvGrpSpPr>
      <p:grpSpPr>
        <a:xfrm>
          <a:off x="0" y="0"/>
          <a:ext cx="0" cy="0"/>
          <a:chOff x="0" y="0"/>
          <a:chExt cx="0" cy="0"/>
        </a:xfrm>
      </p:grpSpPr>
      <p:sp>
        <p:nvSpPr>
          <p:cNvPr id="218" name="Google Shape;218;p24"/>
          <p:cNvSpPr txBox="1"/>
          <p:nvPr>
            <p:ph type="title"/>
          </p:nvPr>
        </p:nvSpPr>
        <p:spPr>
          <a:xfrm>
            <a:off x="856092" y="457200"/>
            <a:ext cx="7429466" cy="25717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9" name="Google Shape;219;p24"/>
          <p:cNvSpPr txBox="1"/>
          <p:nvPr>
            <p:ph idx="1" type="body"/>
          </p:nvPr>
        </p:nvSpPr>
        <p:spPr>
          <a:xfrm>
            <a:off x="856058" y="3314699"/>
            <a:ext cx="7428344" cy="1028699"/>
          </a:xfrm>
          <a:prstGeom prst="rect">
            <a:avLst/>
          </a:prstGeom>
          <a:noFill/>
          <a:ln>
            <a:noFill/>
          </a:ln>
        </p:spPr>
        <p:txBody>
          <a:bodyPr anchorCtr="0" anchor="ctr"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700"/>
              <a:buNone/>
              <a:defRPr sz="14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20" name="Google Shape;220;p24"/>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1" name="Google Shape;221;p24"/>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24"/>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223" name="Shape 223"/>
        <p:cNvGrpSpPr/>
        <p:nvPr/>
      </p:nvGrpSpPr>
      <p:grpSpPr>
        <a:xfrm>
          <a:off x="0" y="0"/>
          <a:ext cx="0" cy="0"/>
          <a:chOff x="0" y="0"/>
          <a:chExt cx="0" cy="0"/>
        </a:xfrm>
      </p:grpSpPr>
      <p:sp>
        <p:nvSpPr>
          <p:cNvPr id="224" name="Google Shape;224;p25"/>
          <p:cNvSpPr txBox="1"/>
          <p:nvPr>
            <p:ph type="title"/>
          </p:nvPr>
        </p:nvSpPr>
        <p:spPr>
          <a:xfrm>
            <a:off x="1084659" y="457199"/>
            <a:ext cx="6977064" cy="206132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5" name="Google Shape;225;p25"/>
          <p:cNvSpPr txBox="1"/>
          <p:nvPr>
            <p:ph idx="1" type="body"/>
          </p:nvPr>
        </p:nvSpPr>
        <p:spPr>
          <a:xfrm>
            <a:off x="1290483" y="2524168"/>
            <a:ext cx="6564224" cy="41172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26" name="Google Shape;226;p25"/>
          <p:cNvSpPr txBox="1"/>
          <p:nvPr>
            <p:ph idx="2" type="body"/>
          </p:nvPr>
        </p:nvSpPr>
        <p:spPr>
          <a:xfrm>
            <a:off x="856058" y="3232439"/>
            <a:ext cx="7429502" cy="1117122"/>
          </a:xfrm>
          <a:prstGeom prst="rect">
            <a:avLst/>
          </a:prstGeom>
          <a:noFill/>
          <a:ln>
            <a:noFill/>
          </a:ln>
        </p:spPr>
        <p:txBody>
          <a:bodyPr anchorCtr="0" anchor="ctr"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700"/>
              <a:buNone/>
              <a:defRPr sz="14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27" name="Google Shape;227;p25"/>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8" name="Google Shape;228;p25"/>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9" name="Google Shape;229;p25"/>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25"/>
          <p:cNvSpPr txBox="1"/>
          <p:nvPr/>
        </p:nvSpPr>
        <p:spPr>
          <a:xfrm>
            <a:off x="677634" y="549296"/>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dk1"/>
              </a:buClr>
              <a:buSzPts val="6000"/>
              <a:buFont typeface="Twentieth Century"/>
              <a:buNone/>
            </a:pPr>
            <a:r>
              <a:rPr b="0" lang="en" sz="6000" cap="none">
                <a:solidFill>
                  <a:schemeClr val="dk1"/>
                </a:solidFill>
                <a:latin typeface="Twentieth Century"/>
                <a:ea typeface="Twentieth Century"/>
                <a:cs typeface="Twentieth Century"/>
                <a:sym typeface="Twentieth Century"/>
              </a:rPr>
              <a:t>“</a:t>
            </a:r>
            <a:endParaRPr sz="1100"/>
          </a:p>
        </p:txBody>
      </p:sp>
      <p:sp>
        <p:nvSpPr>
          <p:cNvPr id="231" name="Google Shape;231;p25"/>
          <p:cNvSpPr txBox="1"/>
          <p:nvPr/>
        </p:nvSpPr>
        <p:spPr>
          <a:xfrm>
            <a:off x="7903028" y="2073729"/>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dk1"/>
              </a:buClr>
              <a:buSzPts val="6000"/>
              <a:buFont typeface="Twentieth Century"/>
              <a:buNone/>
            </a:pPr>
            <a:r>
              <a:rPr b="0" lang="en" sz="6000" cap="none">
                <a:solidFill>
                  <a:schemeClr val="dk1"/>
                </a:solidFill>
                <a:latin typeface="Twentieth Century"/>
                <a:ea typeface="Twentieth Century"/>
                <a:cs typeface="Twentieth Century"/>
                <a:sym typeface="Twentieth Century"/>
              </a:rPr>
              <a:t>”</a:t>
            </a:r>
            <a:endParaRPr sz="11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232" name="Shape 232"/>
        <p:cNvGrpSpPr/>
        <p:nvPr/>
      </p:nvGrpSpPr>
      <p:grpSpPr>
        <a:xfrm>
          <a:off x="0" y="0"/>
          <a:ext cx="0" cy="0"/>
          <a:chOff x="0" y="0"/>
          <a:chExt cx="0" cy="0"/>
        </a:xfrm>
      </p:grpSpPr>
      <p:sp>
        <p:nvSpPr>
          <p:cNvPr id="233" name="Google Shape;233;p26"/>
          <p:cNvSpPr txBox="1"/>
          <p:nvPr>
            <p:ph type="title"/>
          </p:nvPr>
        </p:nvSpPr>
        <p:spPr>
          <a:xfrm>
            <a:off x="856058" y="1600531"/>
            <a:ext cx="7429501" cy="1883876"/>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4" name="Google Shape;234;p26"/>
          <p:cNvSpPr txBox="1"/>
          <p:nvPr>
            <p:ph idx="1" type="body"/>
          </p:nvPr>
        </p:nvSpPr>
        <p:spPr>
          <a:xfrm>
            <a:off x="856023" y="3493241"/>
            <a:ext cx="7428379" cy="85548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700"/>
              <a:buNone/>
              <a:defRPr sz="14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35" name="Google Shape;235;p26"/>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6" name="Google Shape;236;p26"/>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7" name="Google Shape;237;p26"/>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238" name="Shape 238"/>
        <p:cNvGrpSpPr/>
        <p:nvPr/>
      </p:nvGrpSpPr>
      <p:grpSpPr>
        <a:xfrm>
          <a:off x="0" y="0"/>
          <a:ext cx="0" cy="0"/>
          <a:chOff x="0" y="0"/>
          <a:chExt cx="0" cy="0"/>
        </a:xfrm>
      </p:grpSpPr>
      <p:sp>
        <p:nvSpPr>
          <p:cNvPr id="239" name="Google Shape;239;p27"/>
          <p:cNvSpPr txBox="1"/>
          <p:nvPr>
            <p:ph type="title"/>
          </p:nvPr>
        </p:nvSpPr>
        <p:spPr>
          <a:xfrm>
            <a:off x="856060" y="457200"/>
            <a:ext cx="7429499" cy="14287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0" name="Google Shape;240;p27"/>
          <p:cNvSpPr txBox="1"/>
          <p:nvPr>
            <p:ph idx="1" type="body"/>
          </p:nvPr>
        </p:nvSpPr>
        <p:spPr>
          <a:xfrm>
            <a:off x="856058" y="2005847"/>
            <a:ext cx="2397674" cy="51435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41" name="Google Shape;241;p27"/>
          <p:cNvSpPr txBox="1"/>
          <p:nvPr>
            <p:ph idx="2" type="body"/>
          </p:nvPr>
        </p:nvSpPr>
        <p:spPr>
          <a:xfrm>
            <a:off x="845939" y="2520197"/>
            <a:ext cx="2406551" cy="182320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42" name="Google Shape;242;p27"/>
          <p:cNvSpPr txBox="1"/>
          <p:nvPr>
            <p:ph idx="3" type="body"/>
          </p:nvPr>
        </p:nvSpPr>
        <p:spPr>
          <a:xfrm>
            <a:off x="3386075" y="2008226"/>
            <a:ext cx="2388289" cy="51435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43" name="Google Shape;243;p27"/>
          <p:cNvSpPr txBox="1"/>
          <p:nvPr>
            <p:ph idx="4" type="body"/>
          </p:nvPr>
        </p:nvSpPr>
        <p:spPr>
          <a:xfrm>
            <a:off x="3378160" y="2522576"/>
            <a:ext cx="2396873" cy="182320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44" name="Google Shape;244;p27"/>
          <p:cNvSpPr txBox="1"/>
          <p:nvPr>
            <p:ph idx="5" type="body"/>
          </p:nvPr>
        </p:nvSpPr>
        <p:spPr>
          <a:xfrm>
            <a:off x="5889332" y="2005847"/>
            <a:ext cx="2396226" cy="51435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45" name="Google Shape;245;p27"/>
          <p:cNvSpPr txBox="1"/>
          <p:nvPr>
            <p:ph idx="6" type="body"/>
          </p:nvPr>
        </p:nvSpPr>
        <p:spPr>
          <a:xfrm>
            <a:off x="5889332" y="2520197"/>
            <a:ext cx="2396226" cy="182320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46" name="Google Shape;246;p27"/>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7" name="Google Shape;247;p27"/>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8" name="Google Shape;248;p27"/>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49" name="Shape 249"/>
        <p:cNvGrpSpPr/>
        <p:nvPr/>
      </p:nvGrpSpPr>
      <p:grpSpPr>
        <a:xfrm>
          <a:off x="0" y="0"/>
          <a:ext cx="0" cy="0"/>
          <a:chOff x="0" y="0"/>
          <a:chExt cx="0" cy="0"/>
        </a:xfrm>
      </p:grpSpPr>
      <p:sp>
        <p:nvSpPr>
          <p:cNvPr id="250" name="Google Shape;250;p28"/>
          <p:cNvSpPr txBox="1"/>
          <p:nvPr>
            <p:ph type="title"/>
          </p:nvPr>
        </p:nvSpPr>
        <p:spPr>
          <a:xfrm>
            <a:off x="856058" y="457200"/>
            <a:ext cx="7429499" cy="14287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1" name="Google Shape;251;p28"/>
          <p:cNvSpPr txBox="1"/>
          <p:nvPr>
            <p:ph idx="1" type="body"/>
          </p:nvPr>
        </p:nvSpPr>
        <p:spPr>
          <a:xfrm>
            <a:off x="856060" y="3303447"/>
            <a:ext cx="2396430" cy="432196"/>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900"/>
              <a:buNone/>
              <a:defRPr b="0" sz="15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52" name="Google Shape;252;p28"/>
          <p:cNvSpPr/>
          <p:nvPr>
            <p:ph idx="2" type="pic"/>
          </p:nvPr>
        </p:nvSpPr>
        <p:spPr>
          <a:xfrm>
            <a:off x="856060" y="2000249"/>
            <a:ext cx="2396430" cy="1143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53" name="Google Shape;253;p28"/>
          <p:cNvSpPr txBox="1"/>
          <p:nvPr>
            <p:ph idx="3" type="body"/>
          </p:nvPr>
        </p:nvSpPr>
        <p:spPr>
          <a:xfrm>
            <a:off x="856060" y="3735643"/>
            <a:ext cx="2396430" cy="61338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54" name="Google Shape;254;p28"/>
          <p:cNvSpPr txBox="1"/>
          <p:nvPr>
            <p:ph idx="4" type="body"/>
          </p:nvPr>
        </p:nvSpPr>
        <p:spPr>
          <a:xfrm>
            <a:off x="3366790" y="3303447"/>
            <a:ext cx="2400300" cy="432196"/>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900"/>
              <a:buNone/>
              <a:defRPr b="0" sz="15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55" name="Google Shape;255;p28"/>
          <p:cNvSpPr/>
          <p:nvPr>
            <p:ph idx="5" type="pic"/>
          </p:nvPr>
        </p:nvSpPr>
        <p:spPr>
          <a:xfrm>
            <a:off x="3366790" y="2000249"/>
            <a:ext cx="2399205" cy="1143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56" name="Google Shape;256;p28"/>
          <p:cNvSpPr txBox="1"/>
          <p:nvPr>
            <p:ph idx="6" type="body"/>
          </p:nvPr>
        </p:nvSpPr>
        <p:spPr>
          <a:xfrm>
            <a:off x="3365695" y="3735643"/>
            <a:ext cx="2400300" cy="607757"/>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57" name="Google Shape;257;p28"/>
          <p:cNvSpPr txBox="1"/>
          <p:nvPr>
            <p:ph idx="7" type="body"/>
          </p:nvPr>
        </p:nvSpPr>
        <p:spPr>
          <a:xfrm>
            <a:off x="5889425" y="3303446"/>
            <a:ext cx="2393056" cy="432196"/>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900"/>
              <a:buNone/>
              <a:defRPr b="0" sz="15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58" name="Google Shape;258;p28"/>
          <p:cNvSpPr/>
          <p:nvPr>
            <p:ph idx="8" type="pic"/>
          </p:nvPr>
        </p:nvSpPr>
        <p:spPr>
          <a:xfrm>
            <a:off x="5889332" y="2000249"/>
            <a:ext cx="2396227" cy="1143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59" name="Google Shape;259;p28"/>
          <p:cNvSpPr txBox="1"/>
          <p:nvPr>
            <p:ph idx="9" type="body"/>
          </p:nvPr>
        </p:nvSpPr>
        <p:spPr>
          <a:xfrm>
            <a:off x="5889332" y="3735641"/>
            <a:ext cx="2396226" cy="607759"/>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60" name="Google Shape;260;p28"/>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1" name="Google Shape;261;p28"/>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2" name="Google Shape;262;p28"/>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3" name="Shape 263"/>
        <p:cNvGrpSpPr/>
        <p:nvPr/>
      </p:nvGrpSpPr>
      <p:grpSpPr>
        <a:xfrm>
          <a:off x="0" y="0"/>
          <a:ext cx="0" cy="0"/>
          <a:chOff x="0" y="0"/>
          <a:chExt cx="0" cy="0"/>
        </a:xfrm>
      </p:grpSpPr>
      <p:sp>
        <p:nvSpPr>
          <p:cNvPr id="264" name="Google Shape;264;p29"/>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5" name="Google Shape;265;p29"/>
          <p:cNvSpPr txBox="1"/>
          <p:nvPr>
            <p:ph idx="1" type="body"/>
          </p:nvPr>
        </p:nvSpPr>
        <p:spPr>
          <a:xfrm rot="5400000">
            <a:off x="3242666" y="-699492"/>
            <a:ext cx="2656286" cy="7429499"/>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266" name="Google Shape;266;p29"/>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7" name="Google Shape;267;p29"/>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8" name="Google Shape;268;p29"/>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9" name="Shape 269"/>
        <p:cNvGrpSpPr/>
        <p:nvPr/>
      </p:nvGrpSpPr>
      <p:grpSpPr>
        <a:xfrm>
          <a:off x="0" y="0"/>
          <a:ext cx="0" cy="0"/>
          <a:chOff x="0" y="0"/>
          <a:chExt cx="0" cy="0"/>
        </a:xfrm>
      </p:grpSpPr>
      <p:sp>
        <p:nvSpPr>
          <p:cNvPr id="270" name="Google Shape;270;p30"/>
          <p:cNvSpPr txBox="1"/>
          <p:nvPr>
            <p:ph type="title"/>
          </p:nvPr>
        </p:nvSpPr>
        <p:spPr>
          <a:xfrm rot="5400000">
            <a:off x="5590579" y="1648421"/>
            <a:ext cx="3886201" cy="150375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30"/>
          <p:cNvSpPr txBox="1"/>
          <p:nvPr>
            <p:ph idx="1" type="body"/>
          </p:nvPr>
        </p:nvSpPr>
        <p:spPr>
          <a:xfrm rot="5400000">
            <a:off x="1818678" y="-505422"/>
            <a:ext cx="3886201" cy="5811442"/>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272" name="Google Shape;272;p30"/>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3" name="Google Shape;273;p30"/>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4" name="Google Shape;274;p30"/>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19" Type="http://schemas.openxmlformats.org/officeDocument/2006/relationships/slideLayout" Target="../slideLayouts/slideLayout28.xml"/><Relationship Id="rId6" Type="http://schemas.openxmlformats.org/officeDocument/2006/relationships/slideLayout" Target="../slideLayouts/slideLayout15.xml"/><Relationship Id="rId18" Type="http://schemas.openxmlformats.org/officeDocument/2006/relationships/slideLayout" Target="../slideLayouts/slideLayout27.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pic>
        <p:nvPicPr>
          <p:cNvPr descr="\\DROBO-FS\QuickDrops\JB\PPTX NG\Droplets\LightingOverlay.png" id="51" name="Google Shape;51;p13"/>
          <p:cNvPicPr preferRelativeResize="0"/>
          <p:nvPr/>
        </p:nvPicPr>
        <p:blipFill rotWithShape="1">
          <a:blip r:embed="rId2">
            <a:alphaModFix amt="30000"/>
          </a:blip>
          <a:srcRect b="0" l="0" r="0" t="0"/>
          <a:stretch/>
        </p:blipFill>
        <p:spPr>
          <a:xfrm>
            <a:off x="0" y="-1"/>
            <a:ext cx="9144002" cy="5143501"/>
          </a:xfrm>
          <a:prstGeom prst="rect">
            <a:avLst/>
          </a:prstGeom>
          <a:noFill/>
          <a:ln>
            <a:noFill/>
          </a:ln>
        </p:spPr>
      </p:pic>
      <p:grpSp>
        <p:nvGrpSpPr>
          <p:cNvPr id="52" name="Google Shape;52;p13"/>
          <p:cNvGrpSpPr/>
          <p:nvPr/>
        </p:nvGrpSpPr>
        <p:grpSpPr>
          <a:xfrm>
            <a:off x="-10716" y="0"/>
            <a:ext cx="9040416" cy="5143501"/>
            <a:chOff x="-14288" y="0"/>
            <a:chExt cx="12053888" cy="6858001"/>
          </a:xfrm>
        </p:grpSpPr>
        <p:grpSp>
          <p:nvGrpSpPr>
            <p:cNvPr id="53" name="Google Shape;53;p13"/>
            <p:cNvGrpSpPr/>
            <p:nvPr/>
          </p:nvGrpSpPr>
          <p:grpSpPr>
            <a:xfrm>
              <a:off x="-14288" y="0"/>
              <a:ext cx="1220788" cy="6858001"/>
              <a:chOff x="-14288" y="0"/>
              <a:chExt cx="1220788" cy="6858001"/>
            </a:xfrm>
          </p:grpSpPr>
          <p:sp>
            <p:nvSpPr>
              <p:cNvPr id="54" name="Google Shape;54;p13"/>
              <p:cNvSpPr/>
              <p:nvPr/>
            </p:nvSpPr>
            <p:spPr>
              <a:xfrm>
                <a:off x="114300" y="4763"/>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 name="Google Shape;55;p13"/>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 name="Google Shape;56;p13"/>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13"/>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dk2"/>
                  </a:gs>
                  <a:gs pos="100000">
                    <a:srgbClr val="B3FFFF"/>
                  </a:gs>
                </a:gsLst>
                <a:lin ang="5400000" scaled="0"/>
              </a:gradFill>
              <a:ln>
                <a:noFill/>
              </a:ln>
            </p:spPr>
          </p:sp>
          <p:sp>
            <p:nvSpPr>
              <p:cNvPr id="58" name="Google Shape;58;p13"/>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3"/>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dk2"/>
                  </a:gs>
                  <a:gs pos="100000">
                    <a:srgbClr val="B3FFFF"/>
                  </a:gs>
                </a:gsLst>
                <a:lin ang="5400000" scaled="0"/>
              </a:gradFill>
              <a:ln>
                <a:noFill/>
              </a:ln>
            </p:spPr>
          </p:sp>
          <p:sp>
            <p:nvSpPr>
              <p:cNvPr id="60" name="Google Shape;60;p13"/>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61" name="Google Shape;61;p13"/>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13"/>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3"/>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dk2"/>
                  </a:gs>
                  <a:gs pos="100000">
                    <a:srgbClr val="B3FFFF"/>
                  </a:gs>
                </a:gsLst>
                <a:lin ang="5400000" scaled="0"/>
              </a:gradFill>
              <a:ln>
                <a:noFill/>
              </a:ln>
            </p:spPr>
          </p:sp>
          <p:sp>
            <p:nvSpPr>
              <p:cNvPr id="64" name="Google Shape;64;p13"/>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65" name="Google Shape;65;p13"/>
              <p:cNvCxnSpPr/>
              <p:nvPr/>
            </p:nvCxnSpPr>
            <p:spPr>
              <a:xfrm>
                <a:off x="-4763" y="9525"/>
                <a:ext cx="0" cy="0"/>
              </a:xfrm>
              <a:prstGeom prst="straightConnector1">
                <a:avLst/>
              </a:prstGeom>
              <a:gradFill>
                <a:gsLst>
                  <a:gs pos="0">
                    <a:schemeClr val="dk2"/>
                  </a:gs>
                  <a:gs pos="100000">
                    <a:srgbClr val="B3FFFF"/>
                  </a:gs>
                </a:gsLst>
                <a:lin ang="5400000" scaled="0"/>
              </a:gradFill>
              <a:ln cap="flat" cmpd="sng" w="9525">
                <a:solidFill>
                  <a:srgbClr val="FFFFFF"/>
                </a:solidFill>
                <a:prstDash val="solid"/>
                <a:miter lim="800000"/>
                <a:headEnd len="med" w="med" type="none"/>
                <a:tailEnd len="med" w="med" type="none"/>
              </a:ln>
            </p:spPr>
          </p:cxnSp>
          <p:sp>
            <p:nvSpPr>
              <p:cNvPr id="66" name="Google Shape;66;p13"/>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dk2"/>
                  </a:gs>
                  <a:gs pos="100000">
                    <a:srgbClr val="B3FFFF"/>
                  </a:gs>
                </a:gsLst>
                <a:lin ang="5400000" scaled="0"/>
              </a:gradFill>
              <a:ln>
                <a:noFill/>
              </a:ln>
            </p:spPr>
          </p:sp>
          <p:sp>
            <p:nvSpPr>
              <p:cNvPr id="67" name="Google Shape;67;p13"/>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dk2"/>
                  </a:gs>
                  <a:gs pos="100000">
                    <a:srgbClr val="B3FFFF"/>
                  </a:gs>
                </a:gsLst>
                <a:lin ang="5400000" scaled="0"/>
              </a:gradFill>
              <a:ln>
                <a:noFill/>
              </a:ln>
            </p:spPr>
          </p:sp>
          <p:sp>
            <p:nvSpPr>
              <p:cNvPr id="68" name="Google Shape;68;p13"/>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69" name="Google Shape;69;p13"/>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3"/>
              <p:cNvSpPr/>
              <p:nvPr/>
            </p:nvSpPr>
            <p:spPr>
              <a:xfrm>
                <a:off x="133350" y="4662488"/>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 name="Google Shape;71;p13"/>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dk2"/>
                  </a:gs>
                  <a:gs pos="100000">
                    <a:srgbClr val="B3FFFF"/>
                  </a:gs>
                </a:gsLst>
                <a:lin ang="5400000" scaled="0"/>
              </a:gradFill>
              <a:ln>
                <a:noFill/>
              </a:ln>
            </p:spPr>
          </p:sp>
          <p:sp>
            <p:nvSpPr>
              <p:cNvPr id="72" name="Google Shape;72;p13"/>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3"/>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dk2"/>
                  </a:gs>
                  <a:gs pos="100000">
                    <a:srgbClr val="B3FFFF"/>
                  </a:gs>
                </a:gsLst>
                <a:lin ang="5400000" scaled="0"/>
              </a:gradFill>
              <a:ln>
                <a:noFill/>
              </a:ln>
            </p:spPr>
          </p:sp>
          <p:sp>
            <p:nvSpPr>
              <p:cNvPr id="74" name="Google Shape;74;p13"/>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 name="Google Shape;75;p13"/>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dk2"/>
                  </a:gs>
                  <a:gs pos="100000">
                    <a:srgbClr val="B3FFFF"/>
                  </a:gs>
                </a:gsLst>
                <a:lin ang="5400000" scaled="0"/>
              </a:gradFill>
              <a:ln>
                <a:noFill/>
              </a:ln>
            </p:spPr>
          </p:sp>
          <p:sp>
            <p:nvSpPr>
              <p:cNvPr id="76" name="Google Shape;76;p13"/>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77" name="Google Shape;77;p13"/>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3"/>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3"/>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dk2"/>
                  </a:gs>
                  <a:gs pos="100000">
                    <a:srgbClr val="B3FFFF"/>
                  </a:gs>
                </a:gsLst>
                <a:lin ang="5400000" scaled="0"/>
              </a:gradFill>
              <a:ln>
                <a:noFill/>
              </a:ln>
            </p:spPr>
          </p:sp>
          <p:sp>
            <p:nvSpPr>
              <p:cNvPr id="80" name="Google Shape;80;p13"/>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grpSp>
          <p:nvGrpSpPr>
            <p:cNvPr id="81" name="Google Shape;81;p13"/>
            <p:cNvGrpSpPr/>
            <p:nvPr/>
          </p:nvGrpSpPr>
          <p:grpSpPr>
            <a:xfrm>
              <a:off x="11364912" y="0"/>
              <a:ext cx="674688" cy="6848476"/>
              <a:chOff x="11364912" y="0"/>
              <a:chExt cx="674688" cy="6848476"/>
            </a:xfrm>
          </p:grpSpPr>
          <p:sp>
            <p:nvSpPr>
              <p:cNvPr id="82" name="Google Shape;82;p13"/>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rgbClr val="134770">
                      <a:alpha val="80000"/>
                    </a:srgbClr>
                  </a:gs>
                  <a:gs pos="100000">
                    <a:srgbClr val="B3FFFF">
                      <a:alpha val="60000"/>
                    </a:srgbClr>
                  </a:gs>
                </a:gsLst>
                <a:lin ang="5400000" scaled="0"/>
              </a:gradFill>
              <a:ln>
                <a:noFill/>
              </a:ln>
            </p:spPr>
          </p:sp>
          <p:sp>
            <p:nvSpPr>
              <p:cNvPr id="83" name="Google Shape;83;p13"/>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3"/>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3"/>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rgbClr val="134770">
                      <a:alpha val="80000"/>
                    </a:srgbClr>
                  </a:gs>
                  <a:gs pos="100000">
                    <a:srgbClr val="B3FFFF">
                      <a:alpha val="60000"/>
                    </a:srgbClr>
                  </a:gs>
                </a:gsLst>
                <a:lin ang="5400000" scaled="0"/>
              </a:gradFill>
              <a:ln>
                <a:noFill/>
              </a:ln>
            </p:spPr>
          </p:sp>
          <p:sp>
            <p:nvSpPr>
              <p:cNvPr id="86" name="Google Shape;86;p13"/>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7" name="Google Shape;87;p13"/>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134770">
                      <a:alpha val="80000"/>
                    </a:srgbClr>
                  </a:gs>
                  <a:gs pos="100000">
                    <a:srgbClr val="B3FFFF">
                      <a:alpha val="60000"/>
                    </a:srgbClr>
                  </a:gs>
                </a:gsLst>
                <a:lin ang="5400000" scaled="0"/>
              </a:gradFill>
              <a:ln>
                <a:noFill/>
              </a:ln>
            </p:spPr>
          </p:sp>
          <p:sp>
            <p:nvSpPr>
              <p:cNvPr id="88" name="Google Shape;88;p13"/>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3"/>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134770">
                      <a:alpha val="80000"/>
                    </a:srgbClr>
                  </a:gs>
                  <a:gs pos="100000">
                    <a:srgbClr val="B3FFFF">
                      <a:alpha val="60000"/>
                    </a:srgbClr>
                  </a:gs>
                </a:gsLst>
                <a:lin ang="5400000" scaled="0"/>
              </a:gradFill>
              <a:ln>
                <a:noFill/>
              </a:ln>
            </p:spPr>
          </p:sp>
          <p:sp>
            <p:nvSpPr>
              <p:cNvPr id="90" name="Google Shape;90;p13"/>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3"/>
              <p:cNvSpPr/>
              <p:nvPr/>
            </p:nvSpPr>
            <p:spPr>
              <a:xfrm>
                <a:off x="11939587" y="6596063"/>
                <a:ext cx="23813" cy="252413"/>
              </a:xfrm>
              <a:prstGeom prst="rect">
                <a:avLst/>
              </a:pr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grpSp>
      <p:sp>
        <p:nvSpPr>
          <p:cNvPr id="92" name="Google Shape;92;p13"/>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2700"/>
              <a:buFont typeface="Twentieth Century"/>
              <a:buNone/>
              <a:defRPr b="0" i="0" sz="27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93" name="Google Shape;93;p13"/>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lvl1pPr indent="-374650" lvl="0" marL="457200" marR="0" rtl="0" algn="l">
              <a:lnSpc>
                <a:spcPct val="120000"/>
              </a:lnSpc>
              <a:spcBef>
                <a:spcPts val="800"/>
              </a:spcBef>
              <a:spcAft>
                <a:spcPts val="0"/>
              </a:spcAft>
              <a:buClr>
                <a:schemeClr val="dk1"/>
              </a:buClr>
              <a:buSzPts val="2300"/>
              <a:buFont typeface="Arial"/>
              <a:buChar char="•"/>
              <a:defRPr b="0" i="0" sz="1800" u="none" cap="none" strike="noStrike">
                <a:solidFill>
                  <a:schemeClr val="dk1"/>
                </a:solidFill>
                <a:latin typeface="Twentieth Century"/>
                <a:ea typeface="Twentieth Century"/>
                <a:cs typeface="Twentieth Century"/>
                <a:sym typeface="Twentieth Century"/>
              </a:defRPr>
            </a:lvl1pPr>
            <a:lvl2pPr indent="-349250" lvl="1" marL="914400" marR="0" rtl="0" algn="l">
              <a:lnSpc>
                <a:spcPct val="120000"/>
              </a:lnSpc>
              <a:spcBef>
                <a:spcPts val="400"/>
              </a:spcBef>
              <a:spcAft>
                <a:spcPts val="0"/>
              </a:spcAft>
              <a:buClr>
                <a:schemeClr val="dk1"/>
              </a:buClr>
              <a:buSzPts val="1900"/>
              <a:buFont typeface="Arial"/>
              <a:buChar char="•"/>
              <a:defRPr b="0" i="0" sz="1500" u="none" cap="none" strike="noStrike">
                <a:solidFill>
                  <a:schemeClr val="dk1"/>
                </a:solidFill>
                <a:latin typeface="Twentieth Century"/>
                <a:ea typeface="Twentieth Century"/>
                <a:cs typeface="Twentieth Century"/>
                <a:sym typeface="Twentieth Century"/>
              </a:defRPr>
            </a:lvl2pPr>
            <a:lvl3pPr indent="-336550" lvl="2" marL="1371600" marR="0" rtl="0" algn="l">
              <a:lnSpc>
                <a:spcPct val="120000"/>
              </a:lnSpc>
              <a:spcBef>
                <a:spcPts val="400"/>
              </a:spcBef>
              <a:spcAft>
                <a:spcPts val="0"/>
              </a:spcAft>
              <a:buClr>
                <a:schemeClr val="dk1"/>
              </a:buClr>
              <a:buSzPts val="1700"/>
              <a:buFont typeface="Arial"/>
              <a:buChar char="•"/>
              <a:defRPr b="0" i="0" sz="1400" u="none" cap="none" strike="noStrike">
                <a:solidFill>
                  <a:schemeClr val="dk1"/>
                </a:solidFill>
                <a:latin typeface="Twentieth Century"/>
                <a:ea typeface="Twentieth Century"/>
                <a:cs typeface="Twentieth Century"/>
                <a:sym typeface="Twentieth Century"/>
              </a:defRPr>
            </a:lvl3pPr>
            <a:lvl4pPr indent="-323850" lvl="3" marL="1828800" marR="0" rtl="0" algn="l">
              <a:lnSpc>
                <a:spcPct val="120000"/>
              </a:lnSpc>
              <a:spcBef>
                <a:spcPts val="400"/>
              </a:spcBef>
              <a:spcAft>
                <a:spcPts val="0"/>
              </a:spcAft>
              <a:buClr>
                <a:schemeClr val="dk1"/>
              </a:buClr>
              <a:buSzPts val="1500"/>
              <a:buFont typeface="Arial"/>
              <a:buChar char="•"/>
              <a:defRPr b="0" i="0" sz="1200" u="none" cap="none" strike="noStrike">
                <a:solidFill>
                  <a:schemeClr val="dk1"/>
                </a:solidFill>
                <a:latin typeface="Twentieth Century"/>
                <a:ea typeface="Twentieth Century"/>
                <a:cs typeface="Twentieth Century"/>
                <a:sym typeface="Twentieth Century"/>
              </a:defRPr>
            </a:lvl4pPr>
            <a:lvl5pPr indent="-323850" lvl="4" marL="2286000" marR="0" rtl="0" algn="l">
              <a:lnSpc>
                <a:spcPct val="120000"/>
              </a:lnSpc>
              <a:spcBef>
                <a:spcPts val="400"/>
              </a:spcBef>
              <a:spcAft>
                <a:spcPts val="0"/>
              </a:spcAft>
              <a:buClr>
                <a:schemeClr val="dk1"/>
              </a:buClr>
              <a:buSzPts val="1500"/>
              <a:buFont typeface="Arial"/>
              <a:buChar char="•"/>
              <a:defRPr b="0" i="0" sz="1200" u="none" cap="none" strike="noStrike">
                <a:solidFill>
                  <a:schemeClr val="dk1"/>
                </a:solidFill>
                <a:latin typeface="Twentieth Century"/>
                <a:ea typeface="Twentieth Century"/>
                <a:cs typeface="Twentieth Century"/>
                <a:sym typeface="Twentieth Century"/>
              </a:defRPr>
            </a:lvl5pPr>
            <a:lvl6pPr indent="-311150" lvl="5" marL="27432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6pPr>
            <a:lvl7pPr indent="-311150" lvl="6" marL="32004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7pPr>
            <a:lvl8pPr indent="-311150" lvl="7" marL="36576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8pPr>
            <a:lvl9pPr indent="-311150" lvl="8" marL="41148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9pPr>
          </a:lstStyle>
          <a:p/>
        </p:txBody>
      </p:sp>
      <p:sp>
        <p:nvSpPr>
          <p:cNvPr id="94" name="Google Shape;94;p13"/>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9pPr>
          </a:lstStyle>
          <a:p/>
        </p:txBody>
      </p:sp>
      <p:sp>
        <p:nvSpPr>
          <p:cNvPr id="95" name="Google Shape;95;p13"/>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9pPr>
          </a:lstStyle>
          <a:p/>
        </p:txBody>
      </p:sp>
      <p:sp>
        <p:nvSpPr>
          <p:cNvPr id="96" name="Google Shape;96;p13"/>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1pPr>
            <a:lvl2pPr indent="0" lvl="1"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2pPr>
            <a:lvl3pPr indent="0" lvl="2"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3pPr>
            <a:lvl4pPr indent="0" lvl="3"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4pPr>
            <a:lvl5pPr indent="0" lvl="4"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5pPr>
            <a:lvl6pPr indent="0" lvl="5"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6pPr>
            <a:lvl7pPr indent="0" lvl="6"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7pPr>
            <a:lvl8pPr indent="0" lvl="7"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8pPr>
            <a:lvl9pPr indent="0" lvl="8"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hyperlink" Target="https://www.linkedin.com/in/isaak-mwangi/" TargetMode="External"/><Relationship Id="rId6" Type="http://schemas.openxmlformats.org/officeDocument/2006/relationships/hyperlink" Target="https://x.com/aidev_isaa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1"/>
          <p:cNvSpPr txBox="1"/>
          <p:nvPr>
            <p:ph type="title"/>
          </p:nvPr>
        </p:nvSpPr>
        <p:spPr>
          <a:xfrm>
            <a:off x="1144330" y="1462822"/>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FF0000"/>
              </a:buClr>
              <a:buSzPts val="2700"/>
              <a:buFont typeface="Arial"/>
              <a:buNone/>
            </a:pPr>
            <a:r>
              <a:rPr b="0" i="0" lang="en">
                <a:solidFill>
                  <a:srgbClr val="FF0000"/>
                </a:solidFill>
                <a:latin typeface="Arial"/>
                <a:ea typeface="Arial"/>
                <a:cs typeface="Arial"/>
                <a:sym typeface="Arial"/>
              </a:rPr>
              <a:t>DATA STRUCTURES</a:t>
            </a:r>
            <a:br>
              <a:rPr b="0" i="0" lang="en">
                <a:solidFill>
                  <a:srgbClr val="0B0B0B"/>
                </a:solidFill>
                <a:latin typeface="Arial"/>
                <a:ea typeface="Arial"/>
                <a:cs typeface="Arial"/>
                <a:sym typeface="Arial"/>
              </a:rPr>
            </a:br>
            <a:r>
              <a:rPr b="0" i="0" lang="en" sz="1500">
                <a:solidFill>
                  <a:srgbClr val="0B0B0B"/>
                </a:solidFill>
                <a:latin typeface="Arial"/>
                <a:ea typeface="Arial"/>
                <a:cs typeface="Arial"/>
                <a:sym typeface="Arial"/>
              </a:rPr>
              <a:t> PREPARED BY ISAA</a:t>
            </a:r>
            <a:r>
              <a:rPr lang="en" sz="1500">
                <a:solidFill>
                  <a:srgbClr val="0B0B0B"/>
                </a:solidFill>
                <a:latin typeface="Arial"/>
                <a:ea typeface="Arial"/>
                <a:cs typeface="Arial"/>
                <a:sym typeface="Arial"/>
              </a:rPr>
              <a:t>K</a:t>
            </a:r>
            <a:r>
              <a:rPr b="0" i="0" lang="en" sz="1500">
                <a:solidFill>
                  <a:srgbClr val="0B0B0B"/>
                </a:solidFill>
                <a:latin typeface="Arial"/>
                <a:ea typeface="Arial"/>
                <a:cs typeface="Arial"/>
                <a:sym typeface="Arial"/>
              </a:rPr>
              <a:t> KAMAU</a:t>
            </a:r>
            <a:endParaRPr sz="1500"/>
          </a:p>
        </p:txBody>
      </p:sp>
      <p:pic>
        <p:nvPicPr>
          <p:cNvPr id="280" name="Google Shape;280;p31"/>
          <p:cNvPicPr preferRelativeResize="0"/>
          <p:nvPr/>
        </p:nvPicPr>
        <p:blipFill rotWithShape="1">
          <a:blip r:embed="rId3">
            <a:alphaModFix/>
          </a:blip>
          <a:srcRect b="0" l="0" r="0" t="0"/>
          <a:stretch/>
        </p:blipFill>
        <p:spPr>
          <a:xfrm>
            <a:off x="7332714" y="-21766"/>
            <a:ext cx="1503485" cy="751742"/>
          </a:xfrm>
          <a:prstGeom prst="rect">
            <a:avLst/>
          </a:prstGeom>
          <a:noFill/>
          <a:ln>
            <a:noFill/>
          </a:ln>
        </p:spPr>
      </p:pic>
      <p:pic>
        <p:nvPicPr>
          <p:cNvPr id="281" name="Google Shape;281;p31"/>
          <p:cNvPicPr preferRelativeResize="0"/>
          <p:nvPr/>
        </p:nvPicPr>
        <p:blipFill rotWithShape="1">
          <a:blip r:embed="rId4">
            <a:alphaModFix/>
          </a:blip>
          <a:srcRect b="0" l="0" r="0" t="0"/>
          <a:stretch/>
        </p:blipFill>
        <p:spPr>
          <a:xfrm>
            <a:off x="14956" y="0"/>
            <a:ext cx="960991" cy="960991"/>
          </a:xfrm>
          <a:prstGeom prst="rect">
            <a:avLst/>
          </a:prstGeom>
          <a:noFill/>
          <a:ln>
            <a:noFill/>
          </a:ln>
        </p:spPr>
      </p:pic>
      <p:sp>
        <p:nvSpPr>
          <p:cNvPr id="282" name="Google Shape;282;p31"/>
          <p:cNvSpPr txBox="1"/>
          <p:nvPr/>
        </p:nvSpPr>
        <p:spPr>
          <a:xfrm>
            <a:off x="2162200" y="4539150"/>
            <a:ext cx="490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sng" cap="none" strike="noStrike">
                <a:latin typeface="Twentieth Century"/>
                <a:ea typeface="Twentieth Century"/>
                <a:cs typeface="Twentieth Century"/>
                <a:sym typeface="Twentieth Century"/>
                <a:hlinkClick r:id="rId5"/>
              </a:rPr>
              <a:t>linkedin.com/in/isaak-mwangi/</a:t>
            </a:r>
            <a:r>
              <a:rPr lang="en" sz="1100">
                <a:solidFill>
                  <a:srgbClr val="000000"/>
                </a:solidFill>
                <a:latin typeface="Twentieth Century"/>
                <a:ea typeface="Twentieth Century"/>
                <a:cs typeface="Twentieth Century"/>
                <a:sym typeface="Twentieth Century"/>
              </a:rPr>
              <a:t> |</a:t>
            </a:r>
            <a:r>
              <a:rPr lang="en" sz="1100" u="sng">
                <a:solidFill>
                  <a:srgbClr val="000000"/>
                </a:solidFill>
                <a:latin typeface="Twentieth Century"/>
                <a:ea typeface="Twentieth Century"/>
                <a:cs typeface="Twentieth Century"/>
                <a:sym typeface="Twentieth Century"/>
                <a:hlinkClick r:id="rId6">
                  <a:extLst>
                    <a:ext uri="{A12FA001-AC4F-418D-AE19-62706E023703}">
                      <ahyp:hlinkClr val="tx"/>
                    </a:ext>
                  </a:extLst>
                </a:hlinkClick>
              </a:rPr>
              <a:t>https://x.com/aidev_isaak</a:t>
            </a:r>
            <a:endParaRPr sz="1100">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idx="1" type="body"/>
          </p:nvPr>
        </p:nvSpPr>
        <p:spPr>
          <a:xfrm>
            <a:off x="856059" y="462516"/>
            <a:ext cx="7429499" cy="3880885"/>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In this session, we are shall be covering:</a:t>
            </a:r>
            <a:endParaRPr/>
          </a:p>
          <a:p>
            <a:pPr indent="-38100" lvl="0" marL="177800" rtl="0" algn="l">
              <a:lnSpc>
                <a:spcPct val="120000"/>
              </a:lnSpc>
              <a:spcBef>
                <a:spcPts val="800"/>
              </a:spcBef>
              <a:spcAft>
                <a:spcPts val="0"/>
              </a:spcAft>
              <a:buClr>
                <a:schemeClr val="dk1"/>
              </a:buClr>
              <a:buSzPts val="2300"/>
              <a:buNone/>
            </a:pPr>
            <a:r>
              <a:t/>
            </a:r>
            <a:endParaRPr/>
          </a:p>
          <a:p>
            <a:pPr indent="0" lvl="0" marL="0" rtl="0" algn="l">
              <a:lnSpc>
                <a:spcPct val="120000"/>
              </a:lnSpc>
              <a:spcBef>
                <a:spcPts val="800"/>
              </a:spcBef>
              <a:spcAft>
                <a:spcPts val="0"/>
              </a:spcAft>
              <a:buClr>
                <a:schemeClr val="dk1"/>
              </a:buClr>
              <a:buSzPts val="2300"/>
              <a:buNone/>
            </a:pPr>
            <a:r>
              <a:t/>
            </a:r>
            <a:endParaRPr/>
          </a:p>
          <a:p>
            <a:pPr indent="-184150" lvl="0" marL="177800" rtl="0" algn="l">
              <a:lnSpc>
                <a:spcPct val="120000"/>
              </a:lnSpc>
              <a:spcBef>
                <a:spcPts val="800"/>
              </a:spcBef>
              <a:spcAft>
                <a:spcPts val="0"/>
              </a:spcAft>
              <a:buClr>
                <a:schemeClr val="dk1"/>
              </a:buClr>
              <a:buSzPts val="2300"/>
              <a:buChar char="•"/>
            </a:pPr>
            <a:r>
              <a:rPr lang="en"/>
              <a:t>Python Data Structures</a:t>
            </a:r>
            <a:endParaRPr/>
          </a:p>
          <a:p>
            <a:pPr indent="-184150" lvl="0" marL="177800" rtl="0" algn="l">
              <a:lnSpc>
                <a:spcPct val="120000"/>
              </a:lnSpc>
              <a:spcBef>
                <a:spcPts val="800"/>
              </a:spcBef>
              <a:spcAft>
                <a:spcPts val="0"/>
              </a:spcAft>
              <a:buClr>
                <a:schemeClr val="dk1"/>
              </a:buClr>
              <a:buSzPts val="2300"/>
              <a:buChar char="•"/>
            </a:pPr>
            <a:r>
              <a:rPr lang="en"/>
              <a:t> Built-in data/ Standard Data types(lists, sets, tuples and dictionary)</a:t>
            </a:r>
            <a:endParaRPr/>
          </a:p>
          <a:p>
            <a:pPr indent="-184150" lvl="0" marL="177800" rtl="0" algn="l">
              <a:lnSpc>
                <a:spcPct val="120000"/>
              </a:lnSpc>
              <a:spcBef>
                <a:spcPts val="800"/>
              </a:spcBef>
              <a:spcAft>
                <a:spcPts val="0"/>
              </a:spcAft>
              <a:buClr>
                <a:schemeClr val="dk1"/>
              </a:buClr>
              <a:buSzPts val="2300"/>
              <a:buChar char="•"/>
            </a:pPr>
            <a:r>
              <a:rPr lang="en"/>
              <a:t>Python strings: Replace, Join, Split, Reverse.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DATA STRUCTURES</a:t>
            </a:r>
            <a:endParaRPr/>
          </a:p>
        </p:txBody>
      </p:sp>
      <p:sp>
        <p:nvSpPr>
          <p:cNvPr id="293" name="Google Shape;293;p33"/>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fontScale="77500" lnSpcReduction="20000"/>
          </a:bodyPr>
          <a:lstStyle/>
          <a:p>
            <a:pPr indent="-176688" lvl="0" marL="177800" rtl="0" algn="l">
              <a:lnSpc>
                <a:spcPct val="120000"/>
              </a:lnSpc>
              <a:spcBef>
                <a:spcPts val="0"/>
              </a:spcBef>
              <a:spcAft>
                <a:spcPts val="0"/>
              </a:spcAft>
              <a:buClr>
                <a:srgbClr val="0B0B0B"/>
              </a:buClr>
              <a:buSzPct val="127777"/>
              <a:buChar char="•"/>
            </a:pPr>
            <a:r>
              <a:rPr b="0" i="0" lang="en">
                <a:solidFill>
                  <a:srgbClr val="0B0B0B"/>
                </a:solidFill>
                <a:latin typeface="Arial"/>
                <a:ea typeface="Arial"/>
                <a:cs typeface="Arial"/>
                <a:sym typeface="Arial"/>
              </a:rPr>
              <a:t>Data Structures</a:t>
            </a:r>
            <a:endParaRPr/>
          </a:p>
          <a:p>
            <a:pPr indent="-176688" lvl="0" marL="177800" rtl="0" algn="l">
              <a:lnSpc>
                <a:spcPct val="120000"/>
              </a:lnSpc>
              <a:spcBef>
                <a:spcPts val="800"/>
              </a:spcBef>
              <a:spcAft>
                <a:spcPts val="0"/>
              </a:spcAft>
              <a:buClr>
                <a:srgbClr val="0B0B0B"/>
              </a:buClr>
              <a:buSzPct val="127777"/>
              <a:buChar char="•"/>
            </a:pPr>
            <a:r>
              <a:rPr b="0" i="0" lang="en">
                <a:solidFill>
                  <a:srgbClr val="0B0B0B"/>
                </a:solidFill>
                <a:latin typeface="Open Sans"/>
                <a:ea typeface="Open Sans"/>
                <a:cs typeface="Open Sans"/>
                <a:sym typeface="Open Sans"/>
              </a:rPr>
              <a:t>Welcome to this lesson on data structures! In the previous lesson, you learned about many of the basic building blocks, including data types, for programming in Python. In this lesson, you will learn to make use of new data structures, which group and order data in different ways, to help you solve problems.</a:t>
            </a:r>
            <a:endParaRPr/>
          </a:p>
          <a:p>
            <a:pPr indent="-176688" lvl="0" marL="177800" rtl="0" algn="l">
              <a:lnSpc>
                <a:spcPct val="120000"/>
              </a:lnSpc>
              <a:spcBef>
                <a:spcPts val="800"/>
              </a:spcBef>
              <a:spcAft>
                <a:spcPts val="0"/>
              </a:spcAft>
              <a:buClr>
                <a:srgbClr val="0B0B0B"/>
              </a:buClr>
              <a:buSzPct val="127777"/>
              <a:buChar char="•"/>
            </a:pPr>
            <a:r>
              <a:rPr lang="en">
                <a:solidFill>
                  <a:srgbClr val="0B0B0B"/>
                </a:solidFill>
                <a:latin typeface="Open Sans"/>
                <a:ea typeface="Open Sans"/>
                <a:cs typeface="Open Sans"/>
                <a:sym typeface="Open Sans"/>
              </a:rPr>
              <a:t>Y</a:t>
            </a:r>
            <a:r>
              <a:rPr b="0" i="0" lang="en">
                <a:solidFill>
                  <a:srgbClr val="0B0B0B"/>
                </a:solidFill>
                <a:latin typeface="Open Sans"/>
                <a:ea typeface="Open Sans"/>
                <a:cs typeface="Open Sans"/>
                <a:sym typeface="Open Sans"/>
              </a:rPr>
              <a:t>ou'll learn about:</a:t>
            </a:r>
            <a:endParaRPr/>
          </a:p>
          <a:p>
            <a:pPr indent="-176688" lvl="0" marL="177800" rtl="0" algn="l">
              <a:lnSpc>
                <a:spcPct val="120000"/>
              </a:lnSpc>
              <a:spcBef>
                <a:spcPts val="800"/>
              </a:spcBef>
              <a:spcAft>
                <a:spcPts val="0"/>
              </a:spcAft>
              <a:buClr>
                <a:srgbClr val="0B0B0B"/>
              </a:buClr>
              <a:buSzPct val="127777"/>
              <a:buFont typeface="Arial"/>
              <a:buChar char="•"/>
            </a:pPr>
            <a:r>
              <a:rPr b="0" i="0" lang="en">
                <a:solidFill>
                  <a:srgbClr val="0B0B0B"/>
                </a:solidFill>
                <a:latin typeface="Open Sans"/>
                <a:ea typeface="Open Sans"/>
                <a:cs typeface="Open Sans"/>
                <a:sym typeface="Open Sans"/>
              </a:rPr>
              <a:t>Types of Data Structures: Lists, Tuples, Sets, Dictionaries, Compound Data Structures</a:t>
            </a:r>
            <a:endParaRPr/>
          </a:p>
          <a:p>
            <a:pPr indent="-176688" lvl="0" marL="177800" rtl="0" algn="l">
              <a:lnSpc>
                <a:spcPct val="120000"/>
              </a:lnSpc>
              <a:spcBef>
                <a:spcPts val="800"/>
              </a:spcBef>
              <a:spcAft>
                <a:spcPts val="0"/>
              </a:spcAft>
              <a:buClr>
                <a:srgbClr val="0B0B0B"/>
              </a:buClr>
              <a:buSzPct val="127777"/>
              <a:buFont typeface="Arial"/>
              <a:buChar char="•"/>
            </a:pPr>
            <a:r>
              <a:rPr b="0" i="0" lang="en">
                <a:solidFill>
                  <a:srgbClr val="0B0B0B"/>
                </a:solidFill>
                <a:latin typeface="Open Sans"/>
                <a:ea typeface="Open Sans"/>
                <a:cs typeface="Open Sans"/>
                <a:sym typeface="Open Sans"/>
              </a:rPr>
              <a:t>Operators: Membership, Identity</a:t>
            </a:r>
            <a:endParaRPr/>
          </a:p>
          <a:p>
            <a:pPr indent="-176688" lvl="0" marL="177800" rtl="0" algn="l">
              <a:lnSpc>
                <a:spcPct val="120000"/>
              </a:lnSpc>
              <a:spcBef>
                <a:spcPts val="800"/>
              </a:spcBef>
              <a:spcAft>
                <a:spcPts val="0"/>
              </a:spcAft>
              <a:buClr>
                <a:srgbClr val="0B0B0B"/>
              </a:buClr>
              <a:buSzPct val="127777"/>
              <a:buFont typeface="Arial"/>
              <a:buChar char="•"/>
            </a:pPr>
            <a:r>
              <a:rPr b="0" i="0" lang="en">
                <a:solidFill>
                  <a:srgbClr val="0B0B0B"/>
                </a:solidFill>
                <a:latin typeface="Open Sans"/>
                <a:ea typeface="Open Sans"/>
                <a:cs typeface="Open Sans"/>
                <a:sym typeface="Open Sans"/>
              </a:rPr>
              <a:t>Built-In Functions and Methods </a:t>
            </a:r>
            <a:endParaRPr/>
          </a:p>
          <a:p>
            <a:pPr indent="-63500" lvl="0" marL="177800" rtl="0" algn="l">
              <a:lnSpc>
                <a:spcPct val="120000"/>
              </a:lnSpc>
              <a:spcBef>
                <a:spcPts val="800"/>
              </a:spcBef>
              <a:spcAft>
                <a:spcPts val="0"/>
              </a:spcAft>
              <a:buClr>
                <a:schemeClr val="dk1"/>
              </a:buClr>
              <a:buSzPct val="127777"/>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WHAT ARE DATA STRUCTURES?</a:t>
            </a:r>
            <a:endParaRPr/>
          </a:p>
        </p:txBody>
      </p:sp>
      <p:sp>
        <p:nvSpPr>
          <p:cNvPr id="299" name="Google Shape;299;p34"/>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1" i="0" lang="en">
                <a:solidFill>
                  <a:srgbClr val="0B0B0B"/>
                </a:solidFill>
                <a:latin typeface="Open Sans"/>
                <a:ea typeface="Open Sans"/>
                <a:cs typeface="Open Sans"/>
                <a:sym typeface="Open Sans"/>
              </a:rPr>
              <a:t>Data structures</a:t>
            </a:r>
            <a:r>
              <a:rPr b="0" i="0" lang="en">
                <a:solidFill>
                  <a:srgbClr val="0B0B0B"/>
                </a:solidFill>
                <a:latin typeface="Open Sans"/>
                <a:ea typeface="Open Sans"/>
                <a:cs typeface="Open Sans"/>
                <a:sym typeface="Open Sans"/>
              </a:rPr>
              <a:t> are containers or collections of data that organize and group data types together in different ways. You can think of data structures as file folders that have organized files of data inside them.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5"/>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LIST</a:t>
            </a:r>
            <a:endParaRPr/>
          </a:p>
        </p:txBody>
      </p:sp>
      <p:sp>
        <p:nvSpPr>
          <p:cNvPr id="305" name="Google Shape;305;p35"/>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00000"/>
              </a:buClr>
              <a:buSzPts val="2300"/>
              <a:buChar char="•"/>
            </a:pPr>
            <a:r>
              <a:rPr b="0" i="0" lang="en">
                <a:solidFill>
                  <a:srgbClr val="000000"/>
                </a:solidFill>
                <a:latin typeface="Verdana"/>
                <a:ea typeface="Verdana"/>
                <a:cs typeface="Verdana"/>
                <a:sym typeface="Verdana"/>
              </a:rPr>
              <a:t>Lists are used to store multiple items in a single variable.</a:t>
            </a:r>
            <a:endParaRPr/>
          </a:p>
          <a:p>
            <a:pPr indent="-184150" lvl="0" marL="177800" rtl="0" algn="l">
              <a:lnSpc>
                <a:spcPct val="120000"/>
              </a:lnSpc>
              <a:spcBef>
                <a:spcPts val="800"/>
              </a:spcBef>
              <a:spcAft>
                <a:spcPts val="0"/>
              </a:spcAft>
              <a:buClr>
                <a:srgbClr val="000000"/>
              </a:buClr>
              <a:buSzPts val="2300"/>
              <a:buChar char="•"/>
            </a:pPr>
            <a:r>
              <a:rPr b="0" i="0" lang="en">
                <a:solidFill>
                  <a:srgbClr val="000000"/>
                </a:solidFill>
                <a:latin typeface="Verdana"/>
                <a:ea typeface="Verdana"/>
                <a:cs typeface="Verdana"/>
                <a:sym typeface="Verdana"/>
              </a:rPr>
              <a:t>Lists are one of 4 built-in data types in Python used to store collections of data, the other 3 are </a:t>
            </a:r>
            <a:r>
              <a:rPr lang="en">
                <a:solidFill>
                  <a:srgbClr val="000000"/>
                </a:solidFill>
                <a:latin typeface="Verdana"/>
                <a:ea typeface="Verdana"/>
                <a:cs typeface="Verdana"/>
                <a:sym typeface="Verdana"/>
              </a:rPr>
              <a:t>Tuples</a:t>
            </a:r>
            <a:r>
              <a:rPr b="0" i="0" lang="en">
                <a:solidFill>
                  <a:srgbClr val="000000"/>
                </a:solidFill>
                <a:latin typeface="Verdana"/>
                <a:ea typeface="Verdana"/>
                <a:cs typeface="Verdana"/>
                <a:sym typeface="Verdana"/>
              </a:rPr>
              <a:t>, </a:t>
            </a:r>
            <a:r>
              <a:rPr lang="en">
                <a:solidFill>
                  <a:srgbClr val="000000"/>
                </a:solidFill>
                <a:latin typeface="Verdana"/>
                <a:ea typeface="Verdana"/>
                <a:cs typeface="Verdana"/>
                <a:sym typeface="Verdana"/>
              </a:rPr>
              <a:t>Set</a:t>
            </a:r>
            <a:r>
              <a:rPr b="0" i="0" lang="en">
                <a:solidFill>
                  <a:srgbClr val="000000"/>
                </a:solidFill>
                <a:latin typeface="Verdana"/>
                <a:ea typeface="Verdana"/>
                <a:cs typeface="Verdana"/>
                <a:sym typeface="Verdana"/>
              </a:rPr>
              <a:t>, and </a:t>
            </a:r>
            <a:r>
              <a:rPr lang="en">
                <a:solidFill>
                  <a:srgbClr val="000000"/>
                </a:solidFill>
                <a:latin typeface="Verdana"/>
                <a:ea typeface="Verdana"/>
                <a:cs typeface="Verdana"/>
                <a:sym typeface="Verdana"/>
              </a:rPr>
              <a:t>Dictionary</a:t>
            </a:r>
            <a:r>
              <a:rPr b="0" i="0" lang="en">
                <a:solidFill>
                  <a:srgbClr val="000000"/>
                </a:solidFill>
                <a:latin typeface="Verdana"/>
                <a:ea typeface="Verdana"/>
                <a:cs typeface="Verdana"/>
                <a:sym typeface="Verdana"/>
              </a:rPr>
              <a:t>, all with different qualities and usage.</a:t>
            </a:r>
            <a:endParaRPr/>
          </a:p>
          <a:p>
            <a:pPr indent="-184150" lvl="0" marL="177800" rtl="0" algn="l">
              <a:lnSpc>
                <a:spcPct val="120000"/>
              </a:lnSpc>
              <a:spcBef>
                <a:spcPts val="800"/>
              </a:spcBef>
              <a:spcAft>
                <a:spcPts val="0"/>
              </a:spcAft>
              <a:buClr>
                <a:srgbClr val="000000"/>
              </a:buClr>
              <a:buSzPts val="2300"/>
              <a:buChar char="•"/>
            </a:pPr>
            <a:r>
              <a:rPr b="0" i="0" lang="en">
                <a:solidFill>
                  <a:srgbClr val="000000"/>
                </a:solidFill>
                <a:latin typeface="Verdana"/>
                <a:ea typeface="Verdana"/>
                <a:cs typeface="Verdana"/>
                <a:sym typeface="Verdana"/>
              </a:rPr>
              <a:t>Lists are created using square brackets:</a:t>
            </a:r>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0000"/>
              </a:buClr>
              <a:buSzPts val="2700"/>
              <a:buFont typeface="Quattrocento Sans"/>
              <a:buNone/>
            </a:pPr>
            <a:r>
              <a:rPr b="0" i="0" lang="en">
                <a:solidFill>
                  <a:srgbClr val="000000"/>
                </a:solidFill>
                <a:latin typeface="Quattrocento Sans"/>
                <a:ea typeface="Quattrocento Sans"/>
                <a:cs typeface="Quattrocento Sans"/>
                <a:sym typeface="Quattrocento Sans"/>
              </a:rPr>
              <a:t>EXAMPLE</a:t>
            </a:r>
            <a:endParaRPr/>
          </a:p>
        </p:txBody>
      </p:sp>
      <p:sp>
        <p:nvSpPr>
          <p:cNvPr id="311" name="Google Shape;311;p36"/>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F2B3D"/>
              </a:buClr>
              <a:buSzPts val="2300"/>
              <a:buChar char="•"/>
            </a:pPr>
            <a:r>
              <a:rPr b="0" i="0" lang="en">
                <a:solidFill>
                  <a:srgbClr val="0F2B3D"/>
                </a:solidFill>
                <a:latin typeface="Consolas"/>
                <a:ea typeface="Consolas"/>
                <a:cs typeface="Consolas"/>
                <a:sym typeface="Consolas"/>
              </a:rPr>
              <a:t>list_of_random_things =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3.4</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'a string'</a:t>
            </a:r>
            <a:r>
              <a:rPr b="0" i="0" lang="en">
                <a:solidFill>
                  <a:srgbClr val="0F2B3D"/>
                </a:solidFill>
                <a:latin typeface="Consolas"/>
                <a:ea typeface="Consolas"/>
                <a:cs typeface="Consolas"/>
                <a:sym typeface="Consolas"/>
              </a:rPr>
              <a:t>, True]</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This is a list of 4 elements. All ordered containers (like lists) are indexed in Python using a starting index of 0. Therefore, to pull the first value from the above list, we can write</a:t>
            </a:r>
            <a:endParaRPr>
              <a:solidFill>
                <a:srgbClr val="0F2B3D"/>
              </a:solidFill>
              <a:latin typeface="Consolas"/>
              <a:ea typeface="Consolas"/>
              <a:cs typeface="Consolas"/>
              <a:sym typeface="Consolas"/>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&gt;&gt;&gt; list_of_random_things[</a:t>
            </a:r>
            <a:r>
              <a:rPr b="0" i="0" lang="en">
                <a:solidFill>
                  <a:srgbClr val="008080"/>
                </a:solidFill>
                <a:latin typeface="Consolas"/>
                <a:ea typeface="Consolas"/>
                <a:cs typeface="Consolas"/>
                <a:sym typeface="Consolas"/>
              </a:rPr>
              <a:t>0</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7"/>
          <p:cNvSpPr txBox="1"/>
          <p:nvPr>
            <p:ph idx="1" type="body"/>
          </p:nvPr>
        </p:nvSpPr>
        <p:spPr>
          <a:xfrm>
            <a:off x="856059" y="486440"/>
            <a:ext cx="7429499" cy="3856961"/>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you can retrieve the last element by reducing the index by 1. Therefore, you can do the following:</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&gt;&gt;&gt; list_of_random_things[</a:t>
            </a:r>
            <a:r>
              <a:rPr b="0" i="0" lang="en">
                <a:solidFill>
                  <a:srgbClr val="0086B3"/>
                </a:solidFill>
                <a:latin typeface="Consolas"/>
                <a:ea typeface="Consolas"/>
                <a:cs typeface="Consolas"/>
                <a:sym typeface="Consolas"/>
              </a:rPr>
              <a:t>len</a:t>
            </a:r>
            <a:r>
              <a:rPr b="0" i="0" lang="en">
                <a:solidFill>
                  <a:srgbClr val="0F2B3D"/>
                </a:solidFill>
                <a:latin typeface="Consolas"/>
                <a:ea typeface="Consolas"/>
                <a:cs typeface="Consolas"/>
                <a:sym typeface="Consolas"/>
              </a:rPr>
              <a:t>(list_of_random_things) -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True</a:t>
            </a:r>
            <a:endParaRPr>
              <a:solidFill>
                <a:srgbClr val="0B0B0B"/>
              </a:solidFill>
              <a:latin typeface="Open Sans"/>
              <a:ea typeface="Open Sans"/>
              <a:cs typeface="Open Sans"/>
              <a:sym typeface="Open Sans"/>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Alternatively, you can index from the end of a list by using negative values, where -1 is the last element, -2 is the second to last element and so on.</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&gt;&gt;&gt; list_of_random_things[-</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True </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&gt;&gt;&gt; list_of_random_things[-</a:t>
            </a:r>
            <a:r>
              <a:rPr b="0" i="0" lang="en">
                <a:solidFill>
                  <a:srgbClr val="008080"/>
                </a:solidFill>
                <a:latin typeface="Consolas"/>
                <a:ea typeface="Consolas"/>
                <a:cs typeface="Consolas"/>
                <a:sym typeface="Consolas"/>
              </a:rPr>
              <a:t>2</a:t>
            </a:r>
            <a:r>
              <a:rPr b="0" i="0" lang="en">
                <a:solidFill>
                  <a:srgbClr val="0F2B3D"/>
                </a:solidFill>
                <a:latin typeface="Consolas"/>
                <a:ea typeface="Consolas"/>
                <a:cs typeface="Consolas"/>
                <a:sym typeface="Consolas"/>
              </a:rPr>
              <a:t>] a string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SLICE AND DICE WITH LISTS</a:t>
            </a:r>
            <a:endParaRPr/>
          </a:p>
        </p:txBody>
      </p:sp>
      <p:sp>
        <p:nvSpPr>
          <p:cNvPr id="322" name="Google Shape;322;p38"/>
          <p:cNvSpPr txBox="1"/>
          <p:nvPr>
            <p:ph idx="1" type="body"/>
          </p:nvPr>
        </p:nvSpPr>
        <p:spPr>
          <a:xfrm>
            <a:off x="856059" y="1307805"/>
            <a:ext cx="7429499" cy="3371807"/>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lang="en">
                <a:solidFill>
                  <a:srgbClr val="0B0B0B"/>
                </a:solidFill>
                <a:latin typeface="Open Sans"/>
                <a:ea typeface="Open Sans"/>
                <a:cs typeface="Open Sans"/>
                <a:sym typeface="Open Sans"/>
              </a:rPr>
              <a:t>W</a:t>
            </a:r>
            <a:r>
              <a:rPr b="0" i="0" lang="en">
                <a:solidFill>
                  <a:srgbClr val="0B0B0B"/>
                </a:solidFill>
                <a:latin typeface="Open Sans"/>
                <a:ea typeface="Open Sans"/>
                <a:cs typeface="Open Sans"/>
                <a:sym typeface="Open Sans"/>
              </a:rPr>
              <a:t>e can pull more than one value from a list at a time by using </a:t>
            </a:r>
            <a:r>
              <a:rPr b="1" i="0" lang="en">
                <a:solidFill>
                  <a:srgbClr val="0B0B0B"/>
                </a:solidFill>
                <a:latin typeface="Open Sans"/>
                <a:ea typeface="Open Sans"/>
                <a:cs typeface="Open Sans"/>
                <a:sym typeface="Open Sans"/>
              </a:rPr>
              <a:t>slicing</a:t>
            </a:r>
            <a:r>
              <a:rPr b="0" i="0" lang="en">
                <a:solidFill>
                  <a:srgbClr val="0B0B0B"/>
                </a:solidFill>
                <a:latin typeface="Open Sans"/>
                <a:ea typeface="Open Sans"/>
                <a:cs typeface="Open Sans"/>
                <a:sym typeface="Open Sans"/>
              </a:rPr>
              <a:t>. When using slicing, it is important to remember that the ”lower” index is “Inclusive” and the “Upper” index is “Exclusive”</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&gt;&gt;&gt; list_of_random_things =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3.4</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'a string'</a:t>
            </a:r>
            <a:r>
              <a:rPr b="0" i="0" lang="en">
                <a:solidFill>
                  <a:srgbClr val="0F2B3D"/>
                </a:solidFill>
                <a:latin typeface="Consolas"/>
                <a:ea typeface="Consolas"/>
                <a:cs typeface="Consolas"/>
                <a:sym typeface="Consolas"/>
              </a:rPr>
              <a:t>, True] &gt;&gt;&gt; list_of_random_things[</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a:t>
            </a:r>
            <a:r>
              <a:rPr b="0" i="0" lang="en">
                <a:solidFill>
                  <a:srgbClr val="008080"/>
                </a:solidFill>
                <a:latin typeface="Consolas"/>
                <a:ea typeface="Consolas"/>
                <a:cs typeface="Consolas"/>
                <a:sym typeface="Consolas"/>
              </a:rPr>
              <a:t>2</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3.4</a:t>
            </a:r>
            <a:r>
              <a:rPr b="0" i="0" lang="en">
                <a:solidFill>
                  <a:srgbClr val="0F2B3D"/>
                </a:solidFill>
                <a:latin typeface="Consolas"/>
                <a:ea typeface="Consolas"/>
                <a:cs typeface="Consolas"/>
                <a:sym typeface="Consolas"/>
              </a:rPr>
              <a:t>]</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will only return </a:t>
            </a:r>
            <a:r>
              <a:rPr b="1" i="0" lang="en">
                <a:solidFill>
                  <a:srgbClr val="0B0B0B"/>
                </a:solidFill>
                <a:latin typeface="Open Sans"/>
                <a:ea typeface="Open Sans"/>
                <a:cs typeface="Open Sans"/>
                <a:sym typeface="Open Sans"/>
              </a:rPr>
              <a:t>3.4</a:t>
            </a:r>
            <a:r>
              <a:rPr b="0" i="0" lang="en">
                <a:solidFill>
                  <a:srgbClr val="0B0B0B"/>
                </a:solidFill>
                <a:latin typeface="Open Sans"/>
                <a:ea typeface="Open Sans"/>
                <a:cs typeface="Open Sans"/>
                <a:sym typeface="Open Sans"/>
              </a:rPr>
              <a:t> in a list. Notice this is still different than just indexing a single element, because you get a list back with this indexing. The colon tells us to go from the starting value on the left of the colon up to, but not including, the element on the right.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9"/>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MUTABILITY AND ORDER</a:t>
            </a:r>
            <a:endParaRPr/>
          </a:p>
        </p:txBody>
      </p:sp>
      <p:sp>
        <p:nvSpPr>
          <p:cNvPr id="328" name="Google Shape;328;p39"/>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1" i="0" lang="en">
                <a:solidFill>
                  <a:srgbClr val="0B0B0B"/>
                </a:solidFill>
                <a:latin typeface="Open Sans"/>
                <a:ea typeface="Open Sans"/>
                <a:cs typeface="Open Sans"/>
                <a:sym typeface="Open Sans"/>
              </a:rPr>
              <a:t>Mutability</a:t>
            </a:r>
            <a:r>
              <a:rPr b="0" i="0" lang="en">
                <a:solidFill>
                  <a:srgbClr val="0B0B0B"/>
                </a:solidFill>
                <a:latin typeface="Open Sans"/>
                <a:ea typeface="Open Sans"/>
                <a:cs typeface="Open Sans"/>
                <a:sym typeface="Open Sans"/>
              </a:rPr>
              <a:t> refers to whether or not we can change an object once it has been created. If an object can be changed, it is called </a:t>
            </a:r>
            <a:r>
              <a:rPr b="1" i="0" lang="en">
                <a:solidFill>
                  <a:srgbClr val="0B0B0B"/>
                </a:solidFill>
                <a:latin typeface="Open Sans"/>
                <a:ea typeface="Open Sans"/>
                <a:cs typeface="Open Sans"/>
                <a:sym typeface="Open Sans"/>
              </a:rPr>
              <a:t>mutable</a:t>
            </a:r>
            <a:r>
              <a:rPr b="0" i="0" lang="en">
                <a:solidFill>
                  <a:srgbClr val="0B0B0B"/>
                </a:solidFill>
                <a:latin typeface="Open Sans"/>
                <a:ea typeface="Open Sans"/>
                <a:cs typeface="Open Sans"/>
                <a:sym typeface="Open Sans"/>
              </a:rPr>
              <a:t>. However, if an object cannot be changed after it has been created, then the object is considered </a:t>
            </a:r>
            <a:r>
              <a:rPr b="1" i="0" lang="en">
                <a:solidFill>
                  <a:srgbClr val="0B0B0B"/>
                </a:solidFill>
                <a:latin typeface="Open Sans"/>
                <a:ea typeface="Open Sans"/>
                <a:cs typeface="Open Sans"/>
                <a:sym typeface="Open Sans"/>
              </a:rPr>
              <a:t>immutable</a:t>
            </a:r>
            <a:r>
              <a:rPr b="0" i="0" lang="en">
                <a:solidFill>
                  <a:srgbClr val="0B0B0B"/>
                </a:solidFill>
                <a:latin typeface="Open Sans"/>
                <a:ea typeface="Open Sans"/>
                <a:cs typeface="Open Sans"/>
                <a:sym typeface="Open Sans"/>
              </a:rPr>
              <a:t>.</a:t>
            </a:r>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0"/>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Open Sans"/>
              <a:buNone/>
            </a:pPr>
            <a:r>
              <a:rPr b="0" i="0" lang="en">
                <a:solidFill>
                  <a:srgbClr val="0B0B0B"/>
                </a:solidFill>
                <a:latin typeface="Open Sans"/>
                <a:ea typeface="Open Sans"/>
                <a:cs typeface="Open Sans"/>
                <a:sym typeface="Open Sans"/>
              </a:rPr>
              <a:t>EXAMPLES - LISTS ARE MUTABLE</a:t>
            </a:r>
            <a:endParaRPr/>
          </a:p>
        </p:txBody>
      </p:sp>
      <p:sp>
        <p:nvSpPr>
          <p:cNvPr id="334" name="Google Shape;334;p40"/>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F2B3D"/>
              </a:buClr>
              <a:buSzPts val="2300"/>
              <a:buChar char="•"/>
            </a:pPr>
            <a:r>
              <a:rPr b="0" i="0" lang="en">
                <a:solidFill>
                  <a:srgbClr val="0F2B3D"/>
                </a:solidFill>
                <a:latin typeface="Consolas"/>
                <a:ea typeface="Consolas"/>
                <a:cs typeface="Consolas"/>
                <a:sym typeface="Consolas"/>
              </a:rPr>
              <a:t>&gt;&gt;&gt; my_lst =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2</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3</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4</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5</a:t>
            </a:r>
            <a:r>
              <a:rPr b="0" i="0" lang="en">
                <a:solidFill>
                  <a:srgbClr val="0F2B3D"/>
                </a:solidFill>
                <a:latin typeface="Consolas"/>
                <a:ea typeface="Consolas"/>
                <a:cs typeface="Consolas"/>
                <a:sym typeface="Consolas"/>
              </a:rPr>
              <a:t>] </a:t>
            </a:r>
            <a:endParaRPr b="0" i="0">
              <a:solidFill>
                <a:srgbClr val="0F2B3D"/>
              </a:solidFill>
              <a:latin typeface="Consolas"/>
              <a:ea typeface="Consolas"/>
              <a:cs typeface="Consolas"/>
              <a:sym typeface="Consolas"/>
            </a:endParaRPr>
          </a:p>
          <a:p>
            <a:pPr indent="-184150" lvl="0" marL="177800" rtl="0" algn="l">
              <a:lnSpc>
                <a:spcPct val="120000"/>
              </a:lnSpc>
              <a:spcBef>
                <a:spcPts val="0"/>
              </a:spcBef>
              <a:spcAft>
                <a:spcPts val="0"/>
              </a:spcAft>
              <a:buClr>
                <a:srgbClr val="0F2B3D"/>
              </a:buClr>
              <a:buSzPts val="2300"/>
              <a:buChar char="•"/>
            </a:pPr>
            <a:r>
              <a:rPr b="0" i="0" lang="en">
                <a:solidFill>
                  <a:srgbClr val="0F2B3D"/>
                </a:solidFill>
                <a:latin typeface="Consolas"/>
                <a:ea typeface="Consolas"/>
                <a:cs typeface="Consolas"/>
                <a:sym typeface="Consolas"/>
              </a:rPr>
              <a:t>&gt;&gt;&gt; my_lst[</a:t>
            </a:r>
            <a:r>
              <a:rPr b="0" i="0" lang="en">
                <a:solidFill>
                  <a:srgbClr val="008080"/>
                </a:solidFill>
                <a:latin typeface="Consolas"/>
                <a:ea typeface="Consolas"/>
                <a:cs typeface="Consolas"/>
                <a:sym typeface="Consolas"/>
              </a:rPr>
              <a:t>0</a:t>
            </a:r>
            <a:r>
              <a:rPr b="0" i="0" lang="en">
                <a:solidFill>
                  <a:srgbClr val="0F2B3D"/>
                </a:solidFill>
                <a:latin typeface="Consolas"/>
                <a:ea typeface="Consolas"/>
                <a:cs typeface="Consolas"/>
                <a:sym typeface="Consolas"/>
              </a:rPr>
              <a:t>] = </a:t>
            </a:r>
            <a:r>
              <a:rPr b="0" i="0" lang="en">
                <a:solidFill>
                  <a:srgbClr val="DD1144"/>
                </a:solidFill>
                <a:latin typeface="Consolas"/>
                <a:ea typeface="Consolas"/>
                <a:cs typeface="Consolas"/>
                <a:sym typeface="Consolas"/>
              </a:rPr>
              <a:t>'one’</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&gt;&gt;&gt; </a:t>
            </a: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(my_lst) [</a:t>
            </a:r>
            <a:r>
              <a:rPr b="0" i="0" lang="en">
                <a:solidFill>
                  <a:srgbClr val="DD1144"/>
                </a:solidFill>
                <a:latin typeface="Consolas"/>
                <a:ea typeface="Consolas"/>
                <a:cs typeface="Consolas"/>
                <a:sym typeface="Consolas"/>
              </a:rPr>
              <a:t>'one'</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2</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3</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4</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5</a:t>
            </a:r>
            <a:r>
              <a:rPr b="0" i="0" lang="en">
                <a:solidFill>
                  <a:srgbClr val="0F2B3D"/>
                </a:solidFill>
                <a:latin typeface="Consolas"/>
                <a:ea typeface="Consolas"/>
                <a:cs typeface="Consolas"/>
                <a:sym typeface="Consolas"/>
              </a:rPr>
              <a:t>]</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With the list above, you are able to replace '1 'with 'one'. This is because lists are </a:t>
            </a:r>
            <a:r>
              <a:rPr b="1" i="0" lang="en">
                <a:solidFill>
                  <a:srgbClr val="0B0B0B"/>
                </a:solidFill>
                <a:latin typeface="Open Sans"/>
                <a:ea typeface="Open Sans"/>
                <a:cs typeface="Open Sans"/>
                <a:sym typeface="Open Sans"/>
              </a:rPr>
              <a:t>mutable</a:t>
            </a:r>
            <a:r>
              <a:rPr b="0" i="0" lang="en">
                <a:solidFill>
                  <a:srgbClr val="0B0B0B"/>
                </a:solidFill>
                <a:latin typeface="Open Sans"/>
                <a:ea typeface="Open Sans"/>
                <a:cs typeface="Open Sans"/>
                <a:sym typeface="Open Sans"/>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1"/>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METHODS</a:t>
            </a:r>
            <a:endParaRPr/>
          </a:p>
        </p:txBody>
      </p:sp>
      <p:sp>
        <p:nvSpPr>
          <p:cNvPr id="340" name="Google Shape;340;p41"/>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Join Method</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name = </a:t>
            </a:r>
            <a:r>
              <a:rPr b="0" i="0" lang="en">
                <a:solidFill>
                  <a:srgbClr val="DD1144"/>
                </a:solidFill>
                <a:latin typeface="Consolas"/>
                <a:ea typeface="Consolas"/>
                <a:cs typeface="Consolas"/>
                <a:sym typeface="Consolas"/>
              </a:rPr>
              <a:t>"-"</a:t>
            </a:r>
            <a:r>
              <a:rPr b="0" i="0" lang="en">
                <a:solidFill>
                  <a:srgbClr val="0F2B3D"/>
                </a:solidFill>
                <a:latin typeface="Consolas"/>
                <a:ea typeface="Consolas"/>
                <a:cs typeface="Consolas"/>
                <a:sym typeface="Consolas"/>
              </a:rPr>
              <a:t>.join([</a:t>
            </a:r>
            <a:r>
              <a:rPr b="0" i="0" lang="en">
                <a:solidFill>
                  <a:srgbClr val="DD1144"/>
                </a:solidFill>
                <a:latin typeface="Consolas"/>
                <a:ea typeface="Consolas"/>
                <a:cs typeface="Consolas"/>
                <a:sym typeface="Consolas"/>
              </a:rPr>
              <a:t>"García"</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"O'Kelly"</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"Davis"</a:t>
            </a:r>
            <a:r>
              <a:rPr b="0" i="0" lang="en">
                <a:solidFill>
                  <a:srgbClr val="0F2B3D"/>
                </a:solidFill>
                <a:latin typeface="Consolas"/>
                <a:ea typeface="Consolas"/>
                <a:cs typeface="Consolas"/>
                <a:sym typeface="Consolas"/>
              </a:rPr>
              <a:t>]) </a:t>
            </a: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(name)</a:t>
            </a:r>
            <a:endParaRPr/>
          </a:p>
          <a:p>
            <a:pPr indent="-184150" lvl="0" marL="177800" rtl="0" algn="l">
              <a:lnSpc>
                <a:spcPct val="120000"/>
              </a:lnSpc>
              <a:spcBef>
                <a:spcPts val="800"/>
              </a:spcBef>
              <a:spcAft>
                <a:spcPts val="0"/>
              </a:spcAft>
              <a:buClr>
                <a:srgbClr val="0F2B3D"/>
              </a:buClr>
              <a:buSzPts val="2300"/>
              <a:buChar char="•"/>
            </a:pPr>
            <a:r>
              <a:rPr lang="en">
                <a:solidFill>
                  <a:srgbClr val="0F2B3D"/>
                </a:solidFill>
                <a:latin typeface="Consolas"/>
                <a:ea typeface="Consolas"/>
                <a:cs typeface="Consolas"/>
                <a:sym typeface="Consolas"/>
              </a:rPr>
              <a:t>Output:</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García-O'Kelly-Davis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2"/>
          <p:cNvSpPr txBox="1"/>
          <p:nvPr>
            <p:ph idx="1" type="body"/>
          </p:nvPr>
        </p:nvSpPr>
        <p:spPr>
          <a:xfrm>
            <a:off x="856059" y="303028"/>
            <a:ext cx="7429499" cy="4545419"/>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Append Method</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letters = [</a:t>
            </a:r>
            <a:r>
              <a:rPr b="0" i="0" lang="en">
                <a:solidFill>
                  <a:srgbClr val="DD1144"/>
                </a:solidFill>
                <a:latin typeface="Consolas"/>
                <a:ea typeface="Consolas"/>
                <a:cs typeface="Consolas"/>
                <a:sym typeface="Consolas"/>
              </a:rPr>
              <a:t>'a'</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'b'</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'c'</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'd'</a:t>
            </a:r>
            <a:r>
              <a:rPr b="0" i="0" lang="en">
                <a:solidFill>
                  <a:srgbClr val="0F2B3D"/>
                </a:solidFill>
                <a:latin typeface="Consolas"/>
                <a:ea typeface="Consolas"/>
                <a:cs typeface="Consolas"/>
                <a:sym typeface="Consolas"/>
              </a:rPr>
              <a:t>] letters.append(</a:t>
            </a:r>
            <a:r>
              <a:rPr b="0" i="0" lang="en">
                <a:solidFill>
                  <a:srgbClr val="DD1144"/>
                </a:solidFill>
                <a:latin typeface="Consolas"/>
                <a:ea typeface="Consolas"/>
                <a:cs typeface="Consolas"/>
                <a:sym typeface="Consolas"/>
              </a:rPr>
              <a:t>'z'</a:t>
            </a:r>
            <a:r>
              <a:rPr b="0" i="0" lang="en">
                <a:solidFill>
                  <a:srgbClr val="0F2B3D"/>
                </a:solidFill>
                <a:latin typeface="Consolas"/>
                <a:ea typeface="Consolas"/>
                <a:cs typeface="Consolas"/>
                <a:sym typeface="Consolas"/>
              </a:rPr>
              <a:t>) </a:t>
            </a: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(letters)</a:t>
            </a:r>
            <a:endParaRPr/>
          </a:p>
          <a:p>
            <a:pPr indent="-184150" lvl="0" marL="177800" rtl="0" algn="l">
              <a:lnSpc>
                <a:spcPct val="120000"/>
              </a:lnSpc>
              <a:spcBef>
                <a:spcPts val="800"/>
              </a:spcBef>
              <a:spcAft>
                <a:spcPts val="0"/>
              </a:spcAft>
              <a:buClr>
                <a:srgbClr val="0F2B3D"/>
              </a:buClr>
              <a:buSzPts val="2300"/>
              <a:buChar char="•"/>
            </a:pPr>
            <a:r>
              <a:rPr lang="en">
                <a:solidFill>
                  <a:srgbClr val="0F2B3D"/>
                </a:solidFill>
                <a:latin typeface="Consolas"/>
                <a:ea typeface="Consolas"/>
                <a:cs typeface="Consolas"/>
                <a:sym typeface="Consolas"/>
              </a:rPr>
              <a:t>Output:</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['a', 'b', 'c', 'd', 'z']</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TUPLES</a:t>
            </a:r>
            <a:endParaRPr/>
          </a:p>
        </p:txBody>
      </p:sp>
      <p:sp>
        <p:nvSpPr>
          <p:cNvPr id="351" name="Google Shape;351;p43"/>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A tuple is another useful container. It's a data type for immutable ordered sequences of elements. They are often used to store related pieces of information. Consider this example involving latitude and longitude:</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location = (</a:t>
            </a:r>
            <a:r>
              <a:rPr b="0" i="0" lang="en">
                <a:solidFill>
                  <a:srgbClr val="008080"/>
                </a:solidFill>
                <a:latin typeface="Consolas"/>
                <a:ea typeface="Consolas"/>
                <a:cs typeface="Consolas"/>
                <a:sym typeface="Consolas"/>
              </a:rPr>
              <a:t>13.4125</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103.866667</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a:t>
            </a:r>
            <a:r>
              <a:rPr b="0" i="0" lang="en">
                <a:solidFill>
                  <a:srgbClr val="DD1144"/>
                </a:solidFill>
                <a:latin typeface="Consolas"/>
                <a:ea typeface="Consolas"/>
                <a:cs typeface="Consolas"/>
                <a:sym typeface="Consolas"/>
              </a:rPr>
              <a:t>"Latitude:"</a:t>
            </a:r>
            <a:r>
              <a:rPr b="0" i="0" lang="en">
                <a:solidFill>
                  <a:srgbClr val="0F2B3D"/>
                </a:solidFill>
                <a:latin typeface="Consolas"/>
                <a:ea typeface="Consolas"/>
                <a:cs typeface="Consolas"/>
                <a:sym typeface="Consolas"/>
              </a:rPr>
              <a:t>, location[</a:t>
            </a:r>
            <a:r>
              <a:rPr b="0" i="0" lang="en">
                <a:solidFill>
                  <a:srgbClr val="008080"/>
                </a:solidFill>
                <a:latin typeface="Consolas"/>
                <a:ea typeface="Consolas"/>
                <a:cs typeface="Consolas"/>
                <a:sym typeface="Consolas"/>
              </a:rPr>
              <a:t>0</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a:t>
            </a:r>
            <a:r>
              <a:rPr b="0" i="0" lang="en">
                <a:solidFill>
                  <a:srgbClr val="DD1144"/>
                </a:solidFill>
                <a:latin typeface="Consolas"/>
                <a:ea typeface="Consolas"/>
                <a:cs typeface="Consolas"/>
                <a:sym typeface="Consolas"/>
              </a:rPr>
              <a:t>"Longitude:"</a:t>
            </a:r>
            <a:r>
              <a:rPr b="0" i="0" lang="en">
                <a:solidFill>
                  <a:srgbClr val="0F2B3D"/>
                </a:solidFill>
                <a:latin typeface="Consolas"/>
                <a:ea typeface="Consolas"/>
                <a:cs typeface="Consolas"/>
                <a:sym typeface="Consolas"/>
              </a:rPr>
              <a:t>, location[</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4"/>
          <p:cNvSpPr txBox="1"/>
          <p:nvPr>
            <p:ph idx="1" type="body"/>
          </p:nvPr>
        </p:nvSpPr>
        <p:spPr>
          <a:xfrm>
            <a:off x="856059" y="430619"/>
            <a:ext cx="7429499" cy="4218467"/>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Tuples can also be used to assign multiple variables in a compact way.</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The parentheses are optional when defining tuples, and programmers frequently omit them if parentheses don't clarify the code.</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length, width, height = </a:t>
            </a:r>
            <a:r>
              <a:rPr b="0" i="0" lang="en">
                <a:solidFill>
                  <a:srgbClr val="008080"/>
                </a:solidFill>
                <a:latin typeface="Consolas"/>
                <a:ea typeface="Consolas"/>
                <a:cs typeface="Consolas"/>
                <a:sym typeface="Consolas"/>
              </a:rPr>
              <a:t>52</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40</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100</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a:t>
            </a:r>
            <a:r>
              <a:rPr b="0" i="0" lang="en">
                <a:solidFill>
                  <a:srgbClr val="DD1144"/>
                </a:solidFill>
                <a:latin typeface="Consolas"/>
                <a:ea typeface="Consolas"/>
                <a:cs typeface="Consolas"/>
                <a:sym typeface="Consolas"/>
              </a:rPr>
              <a:t>"The dimensions are {} x {} x {}"</a:t>
            </a:r>
            <a:r>
              <a:rPr b="0" i="0" lang="en">
                <a:solidFill>
                  <a:srgbClr val="0F2B3D"/>
                </a:solidFill>
                <a:latin typeface="Consolas"/>
                <a:ea typeface="Consolas"/>
                <a:cs typeface="Consolas"/>
                <a:sym typeface="Consolas"/>
              </a:rPr>
              <a:t>.</a:t>
            </a:r>
            <a:r>
              <a:rPr b="0" i="0" lang="en">
                <a:solidFill>
                  <a:srgbClr val="0086B3"/>
                </a:solidFill>
                <a:latin typeface="Consolas"/>
                <a:ea typeface="Consolas"/>
                <a:cs typeface="Consolas"/>
                <a:sym typeface="Consolas"/>
              </a:rPr>
              <a:t>format</a:t>
            </a:r>
            <a:r>
              <a:rPr b="0" i="0" lang="en">
                <a:solidFill>
                  <a:srgbClr val="0F2B3D"/>
                </a:solidFill>
                <a:latin typeface="Consolas"/>
                <a:ea typeface="Consolas"/>
                <a:cs typeface="Consolas"/>
                <a:sym typeface="Consolas"/>
              </a:rPr>
              <a:t>(length, width, height))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SETS</a:t>
            </a:r>
            <a:endParaRPr/>
          </a:p>
        </p:txBody>
      </p:sp>
      <p:sp>
        <p:nvSpPr>
          <p:cNvPr id="362" name="Google Shape;362;p45"/>
          <p:cNvSpPr txBox="1"/>
          <p:nvPr>
            <p:ph idx="1" type="body"/>
          </p:nvPr>
        </p:nvSpPr>
        <p:spPr>
          <a:xfrm>
            <a:off x="856059" y="1344690"/>
            <a:ext cx="7429500" cy="3376500"/>
          </a:xfrm>
          <a:prstGeom prst="rect">
            <a:avLst/>
          </a:prstGeom>
          <a:noFill/>
          <a:ln>
            <a:noFill/>
          </a:ln>
        </p:spPr>
        <p:txBody>
          <a:bodyPr anchorCtr="0" anchor="t" bIns="34275" lIns="68575" spcFirstLastPara="1" rIns="68575" wrap="square" tIns="34275">
            <a:normAutofit lnSpcReduction="20000"/>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A </a:t>
            </a:r>
            <a:r>
              <a:rPr b="1" i="0" lang="en">
                <a:solidFill>
                  <a:srgbClr val="0B0B0B"/>
                </a:solidFill>
                <a:latin typeface="Open Sans"/>
                <a:ea typeface="Open Sans"/>
                <a:cs typeface="Open Sans"/>
                <a:sym typeface="Open Sans"/>
              </a:rPr>
              <a:t>set</a:t>
            </a:r>
            <a:r>
              <a:rPr b="0" i="0" lang="en">
                <a:solidFill>
                  <a:srgbClr val="0B0B0B"/>
                </a:solidFill>
                <a:latin typeface="Open Sans"/>
                <a:ea typeface="Open Sans"/>
                <a:cs typeface="Open Sans"/>
                <a:sym typeface="Open Sans"/>
              </a:rPr>
              <a:t> is a data type for mutable unordered collections of unique elements. One application of a set is to quickly remove duplicates from a list.</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numbers =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2</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6</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3</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6</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unique_nums = </a:t>
            </a:r>
            <a:r>
              <a:rPr b="0" i="0" lang="en">
                <a:solidFill>
                  <a:srgbClr val="0086B3"/>
                </a:solidFill>
                <a:latin typeface="Consolas"/>
                <a:ea typeface="Consolas"/>
                <a:cs typeface="Consolas"/>
                <a:sym typeface="Consolas"/>
              </a:rPr>
              <a:t>set</a:t>
            </a:r>
            <a:r>
              <a:rPr b="0" i="0" lang="en">
                <a:solidFill>
                  <a:srgbClr val="0F2B3D"/>
                </a:solidFill>
                <a:latin typeface="Consolas"/>
                <a:ea typeface="Consolas"/>
                <a:cs typeface="Consolas"/>
                <a:sym typeface="Consolas"/>
              </a:rPr>
              <a:t>(numbers)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(unique_nums)</a:t>
            </a:r>
            <a:endParaRPr/>
          </a:p>
          <a:p>
            <a:pPr indent="-184150" lvl="0" marL="177800" rtl="0" algn="l">
              <a:lnSpc>
                <a:spcPct val="120000"/>
              </a:lnSpc>
              <a:spcBef>
                <a:spcPts val="800"/>
              </a:spcBef>
              <a:spcAft>
                <a:spcPts val="0"/>
              </a:spcAft>
              <a:buClr>
                <a:srgbClr val="0F2B3D"/>
              </a:buClr>
              <a:buSzPts val="2300"/>
              <a:buChar char="•"/>
            </a:pPr>
            <a:r>
              <a:rPr lang="en">
                <a:solidFill>
                  <a:srgbClr val="0F2B3D"/>
                </a:solidFill>
                <a:latin typeface="Consolas"/>
                <a:ea typeface="Consolas"/>
                <a:cs typeface="Consolas"/>
                <a:sym typeface="Consolas"/>
              </a:rPr>
              <a:t>Output:</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{1, 2, 3, 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idx="1" type="body"/>
          </p:nvPr>
        </p:nvSpPr>
        <p:spPr>
          <a:xfrm>
            <a:off x="856059" y="342900"/>
            <a:ext cx="7429499" cy="4250365"/>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Example 2:</a:t>
            </a:r>
            <a:endParaRPr/>
          </a:p>
          <a:p>
            <a:pPr indent="-184150" lvl="0" marL="177800" rtl="0" algn="l">
              <a:lnSpc>
                <a:spcPct val="120000"/>
              </a:lnSpc>
              <a:spcBef>
                <a:spcPts val="800"/>
              </a:spcBef>
              <a:spcAft>
                <a:spcPts val="0"/>
              </a:spcAft>
              <a:buClr>
                <a:srgbClr val="000000"/>
              </a:buClr>
              <a:buSzPts val="2300"/>
              <a:buChar char="•"/>
            </a:pPr>
            <a:r>
              <a:rPr b="0" i="0" lang="en">
                <a:solidFill>
                  <a:srgbClr val="000000"/>
                </a:solidFill>
                <a:latin typeface="Consolas"/>
                <a:ea typeface="Consolas"/>
                <a:cs typeface="Consolas"/>
                <a:sym typeface="Consolas"/>
              </a:rPr>
              <a:t>myset = {</a:t>
            </a:r>
            <a:r>
              <a:rPr b="0" i="0" lang="en">
                <a:solidFill>
                  <a:srgbClr val="A52A2A"/>
                </a:solidFill>
                <a:latin typeface="Consolas"/>
                <a:ea typeface="Consolas"/>
                <a:cs typeface="Consolas"/>
                <a:sym typeface="Consolas"/>
              </a:rPr>
              <a:t>"apple"</a:t>
            </a:r>
            <a:r>
              <a:rPr b="0" i="0" lang="en">
                <a:solidFill>
                  <a:srgbClr val="000000"/>
                </a:solidFill>
                <a:latin typeface="Consolas"/>
                <a:ea typeface="Consolas"/>
                <a:cs typeface="Consolas"/>
                <a:sym typeface="Consolas"/>
              </a:rPr>
              <a:t>, </a:t>
            </a:r>
            <a:r>
              <a:rPr b="0" i="0" lang="en">
                <a:solidFill>
                  <a:srgbClr val="A52A2A"/>
                </a:solidFill>
                <a:latin typeface="Consolas"/>
                <a:ea typeface="Consolas"/>
                <a:cs typeface="Consolas"/>
                <a:sym typeface="Consolas"/>
              </a:rPr>
              <a:t>"banana"</a:t>
            </a:r>
            <a:r>
              <a:rPr b="0" i="0" lang="en">
                <a:solidFill>
                  <a:srgbClr val="000000"/>
                </a:solidFill>
                <a:latin typeface="Consolas"/>
                <a:ea typeface="Consolas"/>
                <a:cs typeface="Consolas"/>
                <a:sym typeface="Consolas"/>
              </a:rPr>
              <a:t>, </a:t>
            </a:r>
            <a:r>
              <a:rPr b="0" i="0" lang="en">
                <a:solidFill>
                  <a:srgbClr val="A52A2A"/>
                </a:solidFill>
                <a:latin typeface="Consolas"/>
                <a:ea typeface="Consolas"/>
                <a:cs typeface="Consolas"/>
                <a:sym typeface="Consolas"/>
              </a:rPr>
              <a:t>"cherry"</a:t>
            </a:r>
            <a:r>
              <a:rPr b="0" i="0" lang="en">
                <a:solidFill>
                  <a:srgbClr val="000000"/>
                </a:solidFill>
                <a:latin typeface="Consolas"/>
                <a:ea typeface="Consolas"/>
                <a:cs typeface="Consolas"/>
                <a:sym typeface="Consolas"/>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7"/>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SETS METHODS</a:t>
            </a:r>
            <a:endParaRPr/>
          </a:p>
        </p:txBody>
      </p:sp>
      <p:sp>
        <p:nvSpPr>
          <p:cNvPr id="373" name="Google Shape;373;p47"/>
          <p:cNvSpPr txBox="1"/>
          <p:nvPr>
            <p:ph idx="1" type="body"/>
          </p:nvPr>
        </p:nvSpPr>
        <p:spPr>
          <a:xfrm>
            <a:off x="856059" y="1687114"/>
            <a:ext cx="7429499" cy="3113485"/>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F2B3D"/>
              </a:buClr>
              <a:buSzPts val="2300"/>
              <a:buChar char="•"/>
            </a:pPr>
            <a:r>
              <a:rPr b="0" i="0" lang="en">
                <a:solidFill>
                  <a:srgbClr val="0F2B3D"/>
                </a:solidFill>
                <a:latin typeface="Consolas"/>
                <a:ea typeface="Consolas"/>
                <a:cs typeface="Consolas"/>
                <a:sym typeface="Consolas"/>
              </a:rPr>
              <a:t>fruit = {</a:t>
            </a:r>
            <a:r>
              <a:rPr b="0" i="0" lang="en">
                <a:solidFill>
                  <a:srgbClr val="DD1144"/>
                </a:solidFill>
                <a:latin typeface="Consolas"/>
                <a:ea typeface="Consolas"/>
                <a:cs typeface="Consolas"/>
                <a:sym typeface="Consolas"/>
              </a:rPr>
              <a:t>"apple"</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"banana"</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"orange"</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"grapefruit"</a:t>
            </a:r>
            <a:r>
              <a:rPr b="0" i="0" lang="en">
                <a:solidFill>
                  <a:srgbClr val="0F2B3D"/>
                </a:solidFill>
                <a:latin typeface="Consolas"/>
                <a:ea typeface="Consolas"/>
                <a:cs typeface="Consolas"/>
                <a:sym typeface="Consolas"/>
              </a:rPr>
              <a:t>} </a:t>
            </a:r>
            <a:r>
              <a:rPr b="0" i="1" lang="en">
                <a:solidFill>
                  <a:srgbClr val="999988"/>
                </a:solidFill>
                <a:latin typeface="Consolas"/>
                <a:ea typeface="Consolas"/>
                <a:cs typeface="Consolas"/>
                <a:sym typeface="Consolas"/>
              </a:rPr>
              <a:t># define a set</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a:t>
            </a:r>
            <a:r>
              <a:rPr b="0" i="0" lang="en">
                <a:solidFill>
                  <a:srgbClr val="DD1144"/>
                </a:solidFill>
                <a:latin typeface="Consolas"/>
                <a:ea typeface="Consolas"/>
                <a:cs typeface="Consolas"/>
                <a:sym typeface="Consolas"/>
              </a:rPr>
              <a:t>"watermelon"</a:t>
            </a:r>
            <a:r>
              <a:rPr b="0" i="0" lang="en">
                <a:solidFill>
                  <a:srgbClr val="0F2B3D"/>
                </a:solidFill>
                <a:latin typeface="Consolas"/>
                <a:ea typeface="Consolas"/>
                <a:cs typeface="Consolas"/>
                <a:sym typeface="Consolas"/>
              </a:rPr>
              <a:t> </a:t>
            </a:r>
            <a:r>
              <a:rPr b="1" i="0" lang="en">
                <a:solidFill>
                  <a:srgbClr val="0F2B3D"/>
                </a:solidFill>
                <a:latin typeface="Consolas"/>
                <a:ea typeface="Consolas"/>
                <a:cs typeface="Consolas"/>
                <a:sym typeface="Consolas"/>
              </a:rPr>
              <a:t>in</a:t>
            </a:r>
            <a:r>
              <a:rPr b="0" i="0" lang="en">
                <a:solidFill>
                  <a:srgbClr val="0F2B3D"/>
                </a:solidFill>
                <a:latin typeface="Consolas"/>
                <a:ea typeface="Consolas"/>
                <a:cs typeface="Consolas"/>
                <a:sym typeface="Consolas"/>
              </a:rPr>
              <a:t> fruit) </a:t>
            </a:r>
            <a:r>
              <a:rPr b="0" i="1" lang="en">
                <a:solidFill>
                  <a:srgbClr val="999988"/>
                </a:solidFill>
                <a:latin typeface="Consolas"/>
                <a:ea typeface="Consolas"/>
                <a:cs typeface="Consolas"/>
                <a:sym typeface="Consolas"/>
              </a:rPr>
              <a:t># check for element</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 fruit.add(</a:t>
            </a:r>
            <a:r>
              <a:rPr b="0" i="0" lang="en">
                <a:solidFill>
                  <a:srgbClr val="DD1144"/>
                </a:solidFill>
                <a:latin typeface="Consolas"/>
                <a:ea typeface="Consolas"/>
                <a:cs typeface="Consolas"/>
                <a:sym typeface="Consolas"/>
              </a:rPr>
              <a:t>"watermelon"</a:t>
            </a:r>
            <a:r>
              <a:rPr b="0" i="0" lang="en">
                <a:solidFill>
                  <a:srgbClr val="0F2B3D"/>
                </a:solidFill>
                <a:latin typeface="Consolas"/>
                <a:ea typeface="Consolas"/>
                <a:cs typeface="Consolas"/>
                <a:sym typeface="Consolas"/>
              </a:rPr>
              <a:t>) </a:t>
            </a:r>
            <a:r>
              <a:rPr b="0" i="1" lang="en">
                <a:solidFill>
                  <a:srgbClr val="999988"/>
                </a:solidFill>
                <a:latin typeface="Consolas"/>
                <a:ea typeface="Consolas"/>
                <a:cs typeface="Consolas"/>
                <a:sym typeface="Consolas"/>
              </a:rPr>
              <a:t># add an element</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(fruit) </a:t>
            </a: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(fruit.pop()) </a:t>
            </a:r>
            <a:r>
              <a:rPr b="0" i="1" lang="en">
                <a:solidFill>
                  <a:srgbClr val="999988"/>
                </a:solidFill>
                <a:latin typeface="Consolas"/>
                <a:ea typeface="Consolas"/>
                <a:cs typeface="Consolas"/>
                <a:sym typeface="Consolas"/>
              </a:rPr>
              <a:t># remove a random element</a:t>
            </a:r>
            <a:r>
              <a:rPr b="0" i="0" lang="en">
                <a:solidFill>
                  <a:srgbClr val="0F2B3D"/>
                </a:solidFill>
                <a:latin typeface="Consolas"/>
                <a:ea typeface="Consolas"/>
                <a:cs typeface="Consolas"/>
                <a:sym typeface="Consolas"/>
              </a:rPr>
              <a:t> </a:t>
            </a:r>
            <a:endParaRPr/>
          </a:p>
          <a:p>
            <a:pPr indent="-184150" lvl="0" marL="177800" rtl="0" algn="l">
              <a:lnSpc>
                <a:spcPct val="120000"/>
              </a:lnSpc>
              <a:spcBef>
                <a:spcPts val="80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(fruit)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8"/>
          <p:cNvSpPr txBox="1"/>
          <p:nvPr>
            <p:ph type="title"/>
          </p:nvPr>
        </p:nvSpPr>
        <p:spPr>
          <a:xfrm>
            <a:off x="856060" y="463889"/>
            <a:ext cx="7429500" cy="1108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DICTIONARIES</a:t>
            </a:r>
            <a:endParaRPr/>
          </a:p>
        </p:txBody>
      </p:sp>
      <p:sp>
        <p:nvSpPr>
          <p:cNvPr id="379" name="Google Shape;379;p48"/>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A </a:t>
            </a:r>
            <a:r>
              <a:rPr b="1" i="0" lang="en">
                <a:solidFill>
                  <a:srgbClr val="0B0B0B"/>
                </a:solidFill>
                <a:latin typeface="Open Sans"/>
                <a:ea typeface="Open Sans"/>
                <a:cs typeface="Open Sans"/>
                <a:sym typeface="Open Sans"/>
              </a:rPr>
              <a:t>dictionary</a:t>
            </a:r>
            <a:r>
              <a:rPr b="0" i="0" lang="en">
                <a:solidFill>
                  <a:srgbClr val="0B0B0B"/>
                </a:solidFill>
                <a:latin typeface="Open Sans"/>
                <a:ea typeface="Open Sans"/>
                <a:cs typeface="Open Sans"/>
                <a:sym typeface="Open Sans"/>
              </a:rPr>
              <a:t> is a mutable data type that stores mappings of unique </a:t>
            </a:r>
            <a:r>
              <a:rPr b="1" i="0" lang="en">
                <a:solidFill>
                  <a:srgbClr val="0B0B0B"/>
                </a:solidFill>
                <a:latin typeface="Open Sans"/>
                <a:ea typeface="Open Sans"/>
                <a:cs typeface="Open Sans"/>
                <a:sym typeface="Open Sans"/>
              </a:rPr>
              <a:t>keys</a:t>
            </a:r>
            <a:r>
              <a:rPr b="0" i="0" lang="en">
                <a:solidFill>
                  <a:srgbClr val="0B0B0B"/>
                </a:solidFill>
                <a:latin typeface="Open Sans"/>
                <a:ea typeface="Open Sans"/>
                <a:cs typeface="Open Sans"/>
                <a:sym typeface="Open Sans"/>
              </a:rPr>
              <a:t> to </a:t>
            </a:r>
            <a:r>
              <a:rPr b="1" i="0" lang="en">
                <a:solidFill>
                  <a:srgbClr val="0B0B0B"/>
                </a:solidFill>
                <a:latin typeface="Open Sans"/>
                <a:ea typeface="Open Sans"/>
                <a:cs typeface="Open Sans"/>
                <a:sym typeface="Open Sans"/>
              </a:rPr>
              <a:t>values</a:t>
            </a:r>
            <a:r>
              <a:rPr b="0" i="0" lang="en">
                <a:solidFill>
                  <a:srgbClr val="0B0B0B"/>
                </a:solidFill>
                <a:latin typeface="Open Sans"/>
                <a:ea typeface="Open Sans"/>
                <a:cs typeface="Open Sans"/>
                <a:sym typeface="Open Sans"/>
              </a:rPr>
              <a:t>. Here's a dictionary that stores elements and their atomic numbers.</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elements = {</a:t>
            </a:r>
            <a:r>
              <a:rPr b="0" i="0" lang="en">
                <a:solidFill>
                  <a:srgbClr val="DD1144"/>
                </a:solidFill>
                <a:latin typeface="Consolas"/>
                <a:ea typeface="Consolas"/>
                <a:cs typeface="Consolas"/>
                <a:sym typeface="Consolas"/>
              </a:rPr>
              <a:t>"hydrogen"</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1</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"helium"</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2</a:t>
            </a:r>
            <a:r>
              <a:rPr b="0" i="0" lang="en">
                <a:solidFill>
                  <a:srgbClr val="0F2B3D"/>
                </a:solidFill>
                <a:latin typeface="Consolas"/>
                <a:ea typeface="Consolas"/>
                <a:cs typeface="Consolas"/>
                <a:sym typeface="Consolas"/>
              </a:rPr>
              <a:t>, </a:t>
            </a:r>
            <a:r>
              <a:rPr b="0" i="0" lang="en">
                <a:solidFill>
                  <a:srgbClr val="DD1144"/>
                </a:solidFill>
                <a:latin typeface="Consolas"/>
                <a:ea typeface="Consolas"/>
                <a:cs typeface="Consolas"/>
                <a:sym typeface="Consolas"/>
              </a:rPr>
              <a:t>"carbon"</a:t>
            </a:r>
            <a:r>
              <a:rPr b="0" i="0" lang="en">
                <a:solidFill>
                  <a:srgbClr val="0F2B3D"/>
                </a:solidFill>
                <a:latin typeface="Consolas"/>
                <a:ea typeface="Consolas"/>
                <a:cs typeface="Consolas"/>
                <a:sym typeface="Consolas"/>
              </a:rPr>
              <a:t>: </a:t>
            </a:r>
            <a:r>
              <a:rPr b="0" i="0" lang="en">
                <a:solidFill>
                  <a:srgbClr val="008080"/>
                </a:solidFill>
                <a:latin typeface="Consolas"/>
                <a:ea typeface="Consolas"/>
                <a:cs typeface="Consolas"/>
                <a:sym typeface="Consolas"/>
              </a:rPr>
              <a:t>6</a:t>
            </a:r>
            <a:r>
              <a:rPr b="0" i="0" lang="en">
                <a:solidFill>
                  <a:srgbClr val="0F2B3D"/>
                </a:solidFill>
                <a:latin typeface="Consolas"/>
                <a:ea typeface="Consolas"/>
                <a:cs typeface="Consolas"/>
                <a:sym typeface="Consolas"/>
              </a:rPr>
              <a:t>}</a:t>
            </a:r>
            <a:endParaRPr>
              <a:solidFill>
                <a:srgbClr val="0B0B0B"/>
              </a:solidFill>
              <a:latin typeface="Open Sans"/>
              <a:ea typeface="Open Sans"/>
              <a:cs typeface="Open Sans"/>
              <a:sym typeface="Open Sans"/>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we could print out the atomic number mapped to helium like this:</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print(elements["helium"])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9"/>
          <p:cNvSpPr txBox="1"/>
          <p:nvPr>
            <p:ph idx="1" type="body"/>
          </p:nvPr>
        </p:nvSpPr>
        <p:spPr>
          <a:xfrm>
            <a:off x="856059" y="215309"/>
            <a:ext cx="7429499" cy="4712882"/>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We can also insert a new element into a dictionary as in this example:</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elements["lithium"] = 3 </a:t>
            </a:r>
            <a:endParaRPr>
              <a:solidFill>
                <a:srgbClr val="0B0B0B"/>
              </a:solidFill>
              <a:latin typeface="Open Sans"/>
              <a:ea typeface="Open Sans"/>
              <a:cs typeface="Open Sans"/>
              <a:sym typeface="Open Sans"/>
            </a:endParaRPr>
          </a:p>
          <a:p>
            <a:pPr indent="-184150" lvl="0" marL="177800" rtl="0" algn="l">
              <a:lnSpc>
                <a:spcPct val="120000"/>
              </a:lnSpc>
              <a:spcBef>
                <a:spcPts val="800"/>
              </a:spcBef>
              <a:spcAft>
                <a:spcPts val="0"/>
              </a:spcAft>
              <a:buClr>
                <a:srgbClr val="1A202C"/>
              </a:buClr>
              <a:buSzPts val="2300"/>
              <a:buChar char="•"/>
            </a:pPr>
            <a:r>
              <a:rPr b="0" i="0" lang="en">
                <a:solidFill>
                  <a:srgbClr val="1A202C"/>
                </a:solidFill>
                <a:latin typeface="Fira Code"/>
                <a:ea typeface="Fira Code"/>
                <a:cs typeface="Fira Code"/>
                <a:sym typeface="Fira Code"/>
              </a:rPr>
              <a:t>print(elements)</a:t>
            </a:r>
            <a:endParaRPr b="0" i="0">
              <a:solidFill>
                <a:srgbClr val="0B0B0B"/>
              </a:solidFill>
              <a:latin typeface="Open Sans"/>
              <a:ea typeface="Open Sans"/>
              <a:cs typeface="Open Sans"/>
              <a:sym typeface="Open Sans"/>
            </a:endParaRPr>
          </a:p>
          <a:p>
            <a:pPr indent="-184150" lvl="0" marL="177800" rtl="0" algn="l">
              <a:lnSpc>
                <a:spcPct val="120000"/>
              </a:lnSpc>
              <a:spcBef>
                <a:spcPts val="800"/>
              </a:spcBef>
              <a:spcAft>
                <a:spcPts val="0"/>
              </a:spcAft>
              <a:buClr>
                <a:srgbClr val="0B0B0B"/>
              </a:buClr>
              <a:buSzPts val="2300"/>
              <a:buChar char="•"/>
            </a:pPr>
            <a:r>
              <a:rPr lang="en">
                <a:solidFill>
                  <a:srgbClr val="0B0B0B"/>
                </a:solidFill>
                <a:latin typeface="Open Sans"/>
                <a:ea typeface="Open Sans"/>
                <a:cs typeface="Open Sans"/>
                <a:sym typeface="Open Sans"/>
              </a:rPr>
              <a:t>Output:</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{'hydrogen': 1, 'carbon': 6, 'helium': 2, 'lithium': 3}</a:t>
            </a:r>
            <a:endParaRPr/>
          </a:p>
          <a:p>
            <a:pPr indent="0" lvl="0" marL="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0"/>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Open Sans"/>
              <a:buNone/>
            </a:pPr>
            <a:r>
              <a:rPr b="0" i="0" lang="en">
                <a:solidFill>
                  <a:srgbClr val="0B0B0B"/>
                </a:solidFill>
                <a:latin typeface="Open Sans"/>
                <a:ea typeface="Open Sans"/>
                <a:cs typeface="Open Sans"/>
                <a:sym typeface="Open Sans"/>
              </a:rPr>
              <a:t>DICTIONARY METHODS</a:t>
            </a:r>
            <a:endParaRPr/>
          </a:p>
        </p:txBody>
      </p:sp>
      <p:sp>
        <p:nvSpPr>
          <p:cNvPr id="390" name="Google Shape;390;p50"/>
          <p:cNvSpPr txBox="1"/>
          <p:nvPr>
            <p:ph idx="1" type="body"/>
          </p:nvPr>
        </p:nvSpPr>
        <p:spPr>
          <a:xfrm>
            <a:off x="856059" y="1687115"/>
            <a:ext cx="7429499" cy="3264999"/>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F2B3D"/>
              </a:buClr>
              <a:buSzPts val="2300"/>
              <a:buChar char="•"/>
            </a:pP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a:t>
            </a:r>
            <a:r>
              <a:rPr b="0" i="0" lang="en">
                <a:solidFill>
                  <a:srgbClr val="DD1144"/>
                </a:solidFill>
                <a:latin typeface="Consolas"/>
                <a:ea typeface="Consolas"/>
                <a:cs typeface="Consolas"/>
                <a:sym typeface="Consolas"/>
              </a:rPr>
              <a:t>"carbon"</a:t>
            </a:r>
            <a:r>
              <a:rPr b="0" i="0" lang="en">
                <a:solidFill>
                  <a:srgbClr val="0F2B3D"/>
                </a:solidFill>
                <a:latin typeface="Consolas"/>
                <a:ea typeface="Consolas"/>
                <a:cs typeface="Consolas"/>
                <a:sym typeface="Consolas"/>
              </a:rPr>
              <a:t> </a:t>
            </a:r>
            <a:r>
              <a:rPr b="1" i="0" lang="en">
                <a:solidFill>
                  <a:srgbClr val="0F2B3D"/>
                </a:solidFill>
                <a:latin typeface="Consolas"/>
                <a:ea typeface="Consolas"/>
                <a:cs typeface="Consolas"/>
                <a:sym typeface="Consolas"/>
              </a:rPr>
              <a:t>in</a:t>
            </a:r>
            <a:r>
              <a:rPr b="0" i="0" lang="en">
                <a:solidFill>
                  <a:srgbClr val="0F2B3D"/>
                </a:solidFill>
                <a:latin typeface="Consolas"/>
                <a:ea typeface="Consolas"/>
                <a:cs typeface="Consolas"/>
                <a:sym typeface="Consolas"/>
              </a:rPr>
              <a:t> elements)</a:t>
            </a:r>
            <a:endParaRPr/>
          </a:p>
          <a:p>
            <a:pPr indent="-184150" lvl="0" marL="177800" rtl="0" algn="l">
              <a:lnSpc>
                <a:spcPct val="120000"/>
              </a:lnSpc>
              <a:spcBef>
                <a:spcPts val="800"/>
              </a:spcBef>
              <a:spcAft>
                <a:spcPts val="0"/>
              </a:spcAft>
              <a:buClr>
                <a:srgbClr val="0F2B3D"/>
              </a:buClr>
              <a:buSzPts val="2300"/>
              <a:buChar char="•"/>
            </a:pPr>
            <a:r>
              <a:rPr lang="en">
                <a:solidFill>
                  <a:srgbClr val="0F2B3D"/>
                </a:solidFill>
                <a:latin typeface="Consolas"/>
                <a:ea typeface="Consolas"/>
                <a:cs typeface="Consolas"/>
                <a:sym typeface="Consolas"/>
              </a:rPr>
              <a:t>Output:</a:t>
            </a:r>
            <a:br>
              <a:rPr lang="en">
                <a:solidFill>
                  <a:srgbClr val="0F2B3D"/>
                </a:solidFill>
                <a:latin typeface="Consolas"/>
                <a:ea typeface="Consolas"/>
                <a:cs typeface="Consolas"/>
                <a:sym typeface="Consolas"/>
              </a:rPr>
            </a:br>
            <a:r>
              <a:rPr b="0" i="0" lang="en">
                <a:solidFill>
                  <a:srgbClr val="0F2B3D"/>
                </a:solidFill>
                <a:latin typeface="Consolas"/>
                <a:ea typeface="Consolas"/>
                <a:cs typeface="Consolas"/>
                <a:sym typeface="Consolas"/>
              </a:rPr>
              <a:t>True</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 </a:t>
            </a:r>
            <a:r>
              <a:rPr b="1" i="0" lang="en">
                <a:solidFill>
                  <a:srgbClr val="0F2B3D"/>
                </a:solidFill>
                <a:latin typeface="Consolas"/>
                <a:ea typeface="Consolas"/>
                <a:cs typeface="Consolas"/>
                <a:sym typeface="Consolas"/>
              </a:rPr>
              <a:t>print</a:t>
            </a:r>
            <a:r>
              <a:rPr b="0" i="0" lang="en">
                <a:solidFill>
                  <a:srgbClr val="0F2B3D"/>
                </a:solidFill>
                <a:latin typeface="Consolas"/>
                <a:ea typeface="Consolas"/>
                <a:cs typeface="Consolas"/>
                <a:sym typeface="Consolas"/>
              </a:rPr>
              <a:t>(elements.get(</a:t>
            </a:r>
            <a:r>
              <a:rPr b="0" i="0" lang="en">
                <a:solidFill>
                  <a:srgbClr val="DD1144"/>
                </a:solidFill>
                <a:latin typeface="Consolas"/>
                <a:ea typeface="Consolas"/>
                <a:cs typeface="Consolas"/>
                <a:sym typeface="Consolas"/>
              </a:rPr>
              <a:t>"dilithium"</a:t>
            </a:r>
            <a:r>
              <a:rPr b="0" i="0" lang="en">
                <a:solidFill>
                  <a:srgbClr val="0F2B3D"/>
                </a:solidFill>
                <a:latin typeface="Consolas"/>
                <a:ea typeface="Consolas"/>
                <a:cs typeface="Consolas"/>
                <a:sym typeface="Consolas"/>
              </a:rPr>
              <a:t>))</a:t>
            </a:r>
            <a:endParaRPr/>
          </a:p>
          <a:p>
            <a:pPr indent="-184150" lvl="0" marL="177800" rtl="0" algn="l">
              <a:lnSpc>
                <a:spcPct val="120000"/>
              </a:lnSpc>
              <a:spcBef>
                <a:spcPts val="800"/>
              </a:spcBef>
              <a:spcAft>
                <a:spcPts val="0"/>
              </a:spcAft>
              <a:buClr>
                <a:srgbClr val="0F2B3D"/>
              </a:buClr>
              <a:buSzPts val="2300"/>
              <a:buChar char="•"/>
            </a:pPr>
            <a:r>
              <a:rPr lang="en">
                <a:solidFill>
                  <a:srgbClr val="0F2B3D"/>
                </a:solidFill>
                <a:latin typeface="Consolas"/>
                <a:ea typeface="Consolas"/>
                <a:cs typeface="Consolas"/>
                <a:sym typeface="Consolas"/>
              </a:rPr>
              <a:t>Output:</a:t>
            </a:r>
            <a:endParaRPr/>
          </a:p>
          <a:p>
            <a:pPr indent="-184150" lvl="0" marL="177800" rtl="0" algn="l">
              <a:lnSpc>
                <a:spcPct val="120000"/>
              </a:lnSpc>
              <a:spcBef>
                <a:spcPts val="800"/>
              </a:spcBef>
              <a:spcAft>
                <a:spcPts val="0"/>
              </a:spcAft>
              <a:buClr>
                <a:srgbClr val="0F2B3D"/>
              </a:buClr>
              <a:buSzPts val="2300"/>
              <a:buChar char="•"/>
            </a:pPr>
            <a:r>
              <a:rPr b="0" i="0" lang="en">
                <a:solidFill>
                  <a:srgbClr val="0F2B3D"/>
                </a:solidFill>
                <a:latin typeface="Consolas"/>
                <a:ea typeface="Consolas"/>
                <a:cs typeface="Consolas"/>
                <a:sym typeface="Consolas"/>
              </a:rPr>
              <a:t>None</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"carbon" is in the dictionary, so True is printed. "dilithium" isn’t in our dictionary so None is returned by</a:t>
            </a:r>
            <a:r>
              <a:rPr lang="en">
                <a:solidFill>
                  <a:srgbClr val="0F2B3D"/>
                </a:solidFill>
                <a:latin typeface="Consolas"/>
                <a:ea typeface="Consolas"/>
                <a:cs typeface="Consolas"/>
                <a:sym typeface="Consolas"/>
              </a:rPr>
              <a:t> “get” and then printed</a:t>
            </a:r>
            <a:endParaRPr b="0" i="0">
              <a:solidFill>
                <a:srgbClr val="0F2B3D"/>
              </a:solidFill>
              <a:latin typeface="Consolas"/>
              <a:ea typeface="Consolas"/>
              <a:cs typeface="Consolas"/>
              <a:sym typeface="Consolas"/>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1"/>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CONCLUSION:</a:t>
            </a:r>
            <a:endParaRPr/>
          </a:p>
        </p:txBody>
      </p:sp>
      <p:pic>
        <p:nvPicPr>
          <p:cNvPr id="396" name="Google Shape;396;p51"/>
          <p:cNvPicPr preferRelativeResize="0"/>
          <p:nvPr>
            <p:ph idx="1" type="body"/>
          </p:nvPr>
        </p:nvPicPr>
        <p:blipFill rotWithShape="1">
          <a:blip r:embed="rId3">
            <a:alphaModFix/>
          </a:blip>
          <a:srcRect b="0" l="0" r="0" t="0"/>
          <a:stretch/>
        </p:blipFill>
        <p:spPr>
          <a:xfrm>
            <a:off x="856060" y="1690577"/>
            <a:ext cx="7686308" cy="29890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