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6858000" cx="12192000"/>
  <p:notesSz cx="6858000" cy="9144000"/>
  <p:embeddedFontLst>
    <p:embeddedFont>
      <p:font typeface="Quattrocento Sans"/>
      <p:regular r:id="rId28"/>
      <p:bold r:id="rId29"/>
      <p:italic r:id="rId30"/>
      <p:boldItalic r:id="rId31"/>
    </p:embeddedFont>
    <p:embeddedFont>
      <p:font typeface="Open Sans"/>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QuattrocentoSans-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QuattrocentoSans-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QuattrocentoSans-boldItalic.fntdata"/><Relationship Id="rId30" Type="http://schemas.openxmlformats.org/officeDocument/2006/relationships/font" Target="fonts/QuattrocentoSans-italic.fntdata"/><Relationship Id="rId11" Type="http://schemas.openxmlformats.org/officeDocument/2006/relationships/slide" Target="slides/slide7.xml"/><Relationship Id="rId33" Type="http://schemas.openxmlformats.org/officeDocument/2006/relationships/font" Target="fonts/OpenSans-bold.fntdata"/><Relationship Id="rId10" Type="http://schemas.openxmlformats.org/officeDocument/2006/relationships/slide" Target="slides/slide6.xml"/><Relationship Id="rId32" Type="http://schemas.openxmlformats.org/officeDocument/2006/relationships/font" Target="fonts/OpenSans-regular.fntdata"/><Relationship Id="rId13" Type="http://schemas.openxmlformats.org/officeDocument/2006/relationships/slide" Target="slides/slide9.xml"/><Relationship Id="rId35" Type="http://schemas.openxmlformats.org/officeDocument/2006/relationships/font" Target="fonts/OpenSans-boldItalic.fntdata"/><Relationship Id="rId12" Type="http://schemas.openxmlformats.org/officeDocument/2006/relationships/slide" Target="slides/slide8.xml"/><Relationship Id="rId34" Type="http://schemas.openxmlformats.org/officeDocument/2006/relationships/font" Target="fonts/OpenSans-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2" name="Shape 52"/>
        <p:cNvGrpSpPr/>
        <p:nvPr/>
      </p:nvGrpSpPr>
      <p:grpSpPr>
        <a:xfrm>
          <a:off x="0" y="0"/>
          <a:ext cx="0" cy="0"/>
          <a:chOff x="0" y="0"/>
          <a:chExt cx="0" cy="0"/>
        </a:xfrm>
      </p:grpSpPr>
      <p:sp>
        <p:nvSpPr>
          <p:cNvPr id="53" name="Google Shape;53;p2"/>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2"/>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55" name="Google Shape;55;p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2" name="Shape 62"/>
        <p:cNvGrpSpPr/>
        <p:nvPr/>
      </p:nvGrpSpPr>
      <p:grpSpPr>
        <a:xfrm>
          <a:off x="0" y="0"/>
          <a:ext cx="0" cy="0"/>
          <a:chOff x="0" y="0"/>
          <a:chExt cx="0" cy="0"/>
        </a:xfrm>
      </p:grpSpPr>
      <p:pic>
        <p:nvPicPr>
          <p:cNvPr descr="\\DROBO-FS\QuickDrops\JB\PPTX NG\Droplets\LightingOverlay.png" id="63" name="Google Shape;63;p4"/>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64" name="Google Shape;64;p4"/>
          <p:cNvGrpSpPr/>
          <p:nvPr/>
        </p:nvGrpSpPr>
        <p:grpSpPr>
          <a:xfrm>
            <a:off x="0" y="0"/>
            <a:ext cx="2305051" cy="6858001"/>
            <a:chOff x="0" y="0"/>
            <a:chExt cx="2305051" cy="6858001"/>
          </a:xfrm>
        </p:grpSpPr>
        <p:sp>
          <p:nvSpPr>
            <p:cNvPr id="65" name="Google Shape;65;p4"/>
            <p:cNvSpPr/>
            <p:nvPr/>
          </p:nvSpPr>
          <p:spPr>
            <a:xfrm>
              <a:off x="1209675" y="4763"/>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p:nvPr/>
          </p:nvSpPr>
          <p:spPr>
            <a:xfrm>
              <a:off x="1128713"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1123950"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4"/>
            <p:cNvSpPr/>
            <p:nvPr/>
          </p:nvSpPr>
          <p:spPr>
            <a:xfrm>
              <a:off x="414338" y="9525"/>
              <a:ext cx="28575" cy="4481513"/>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333375"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
            <p:cNvSpPr/>
            <p:nvPr/>
          </p:nvSpPr>
          <p:spPr>
            <a:xfrm>
              <a:off x="190500" y="9525"/>
              <a:ext cx="152400" cy="908050"/>
            </a:xfrm>
            <a:custGeom>
              <a:rect b="b" l="l" r="r" t="t"/>
              <a:pathLst>
                <a:path extrusionOk="0" h="572" w="96">
                  <a:moveTo>
                    <a:pt x="15" y="572"/>
                  </a:moveTo>
                  <a:lnTo>
                    <a:pt x="0" y="566"/>
                  </a:lnTo>
                  <a:lnTo>
                    <a:pt x="81" y="380"/>
                  </a:lnTo>
                  <a:lnTo>
                    <a:pt x="81" y="0"/>
                  </a:lnTo>
                  <a:lnTo>
                    <a:pt x="96" y="0"/>
                  </a:lnTo>
                  <a:lnTo>
                    <a:pt x="96" y="383"/>
                  </a:lnTo>
                  <a:lnTo>
                    <a:pt x="15" y="572"/>
                  </a:lnTo>
                  <a:close/>
                </a:path>
              </a:pathLst>
            </a:custGeom>
            <a:gradFill>
              <a:gsLst>
                <a:gs pos="0">
                  <a:schemeClr val="dk2"/>
                </a:gs>
                <a:gs pos="100000">
                  <a:srgbClr val="B3FFFF"/>
                </a:gs>
              </a:gsLst>
              <a:lin ang="5400000" scaled="0"/>
            </a:gradFill>
            <a:ln>
              <a:noFill/>
            </a:ln>
          </p:spPr>
        </p:sp>
        <p:sp>
          <p:nvSpPr>
            <p:cNvPr id="71" name="Google Shape;71;p4"/>
            <p:cNvSpPr/>
            <p:nvPr/>
          </p:nvSpPr>
          <p:spPr>
            <a:xfrm>
              <a:off x="1290638" y="14288"/>
              <a:ext cx="376238" cy="1801813"/>
            </a:xfrm>
            <a:custGeom>
              <a:rect b="b" l="l" r="r" t="t"/>
              <a:pathLst>
                <a:path extrusionOk="0" h="1135" w="237">
                  <a:moveTo>
                    <a:pt x="222" y="1135"/>
                  </a:moveTo>
                  <a:lnTo>
                    <a:pt x="0" y="620"/>
                  </a:lnTo>
                  <a:lnTo>
                    <a:pt x="0" y="0"/>
                  </a:lnTo>
                  <a:lnTo>
                    <a:pt x="18" y="0"/>
                  </a:lnTo>
                  <a:lnTo>
                    <a:pt x="18" y="617"/>
                  </a:lnTo>
                  <a:lnTo>
                    <a:pt x="237" y="1129"/>
                  </a:lnTo>
                  <a:lnTo>
                    <a:pt x="222" y="1135"/>
                  </a:lnTo>
                  <a:close/>
                </a:path>
              </a:pathLst>
            </a:custGeom>
            <a:gradFill>
              <a:gsLst>
                <a:gs pos="0">
                  <a:schemeClr val="dk2"/>
                </a:gs>
                <a:gs pos="100000">
                  <a:srgbClr val="B3FFFF"/>
                </a:gs>
              </a:gsLst>
              <a:lin ang="5400000" scaled="0"/>
            </a:gradFill>
            <a:ln>
              <a:noFill/>
            </a:ln>
          </p:spPr>
        </p:sp>
        <p:sp>
          <p:nvSpPr>
            <p:cNvPr id="72" name="Google Shape;72;p4"/>
            <p:cNvSpPr/>
            <p:nvPr/>
          </p:nvSpPr>
          <p:spPr>
            <a:xfrm>
              <a:off x="1600200" y="180181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4"/>
            <p:cNvSpPr/>
            <p:nvPr/>
          </p:nvSpPr>
          <p:spPr>
            <a:xfrm>
              <a:off x="1381125" y="9525"/>
              <a:ext cx="371475" cy="1425575"/>
            </a:xfrm>
            <a:custGeom>
              <a:rect b="b" l="l" r="r" t="t"/>
              <a:pathLst>
                <a:path extrusionOk="0" h="898" w="234">
                  <a:moveTo>
                    <a:pt x="219" y="898"/>
                  </a:moveTo>
                  <a:lnTo>
                    <a:pt x="0" y="383"/>
                  </a:lnTo>
                  <a:lnTo>
                    <a:pt x="0" y="0"/>
                  </a:lnTo>
                  <a:lnTo>
                    <a:pt x="15" y="0"/>
                  </a:lnTo>
                  <a:lnTo>
                    <a:pt x="15" y="380"/>
                  </a:lnTo>
                  <a:lnTo>
                    <a:pt x="234" y="892"/>
                  </a:lnTo>
                  <a:lnTo>
                    <a:pt x="219" y="898"/>
                  </a:lnTo>
                  <a:close/>
                </a:path>
              </a:pathLst>
            </a:custGeom>
            <a:gradFill>
              <a:gsLst>
                <a:gs pos="0">
                  <a:schemeClr val="dk2"/>
                </a:gs>
                <a:gs pos="100000">
                  <a:srgbClr val="B3FFFF"/>
                </a:gs>
              </a:gsLst>
              <a:lin ang="5400000" scaled="0"/>
            </a:gradFill>
            <a:ln>
              <a:noFill/>
            </a:ln>
          </p:spPr>
        </p:sp>
        <p:sp>
          <p:nvSpPr>
            <p:cNvPr id="74" name="Google Shape;74;p4"/>
            <p:cNvSpPr/>
            <p:nvPr/>
          </p:nvSpPr>
          <p:spPr>
            <a:xfrm>
              <a:off x="1643063"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75" name="Google Shape;75;p4"/>
            <p:cNvSpPr/>
            <p:nvPr/>
          </p:nvSpPr>
          <p:spPr>
            <a:xfrm>
              <a:off x="1685925" y="14208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168592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1743075" y="4763"/>
              <a:ext cx="419100" cy="522288"/>
            </a:xfrm>
            <a:custGeom>
              <a:rect b="b" l="l" r="r" t="t"/>
              <a:pathLst>
                <a:path extrusionOk="0" h="329" w="264">
                  <a:moveTo>
                    <a:pt x="252" y="329"/>
                  </a:moveTo>
                  <a:lnTo>
                    <a:pt x="45" y="120"/>
                  </a:lnTo>
                  <a:lnTo>
                    <a:pt x="0" y="6"/>
                  </a:lnTo>
                  <a:lnTo>
                    <a:pt x="15" y="0"/>
                  </a:lnTo>
                  <a:lnTo>
                    <a:pt x="60" y="111"/>
                  </a:lnTo>
                  <a:lnTo>
                    <a:pt x="264" y="317"/>
                  </a:lnTo>
                  <a:lnTo>
                    <a:pt x="252" y="329"/>
                  </a:lnTo>
                  <a:close/>
                </a:path>
              </a:pathLst>
            </a:custGeom>
            <a:gradFill>
              <a:gsLst>
                <a:gs pos="0">
                  <a:schemeClr val="dk2"/>
                </a:gs>
                <a:gs pos="100000">
                  <a:srgbClr val="B3FFFF"/>
                </a:gs>
              </a:gsLst>
              <a:lin ang="5400000" scaled="0"/>
            </a:gradFill>
            <a:ln>
              <a:noFill/>
            </a:ln>
          </p:spPr>
        </p:sp>
        <p:sp>
          <p:nvSpPr>
            <p:cNvPr id="78" name="Google Shape;78;p4"/>
            <p:cNvSpPr/>
            <p:nvPr/>
          </p:nvSpPr>
          <p:spPr>
            <a:xfrm>
              <a:off x="2119313"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4"/>
            <p:cNvSpPr/>
            <p:nvPr/>
          </p:nvSpPr>
          <p:spPr>
            <a:xfrm>
              <a:off x="952500" y="4763"/>
              <a:ext cx="152400" cy="908050"/>
            </a:xfrm>
            <a:custGeom>
              <a:rect b="b" l="l" r="r" t="t"/>
              <a:pathLst>
                <a:path extrusionOk="0" h="572" w="96">
                  <a:moveTo>
                    <a:pt x="15" y="572"/>
                  </a:moveTo>
                  <a:lnTo>
                    <a:pt x="0" y="572"/>
                  </a:lnTo>
                  <a:lnTo>
                    <a:pt x="0" y="189"/>
                  </a:lnTo>
                  <a:lnTo>
                    <a:pt x="81" y="0"/>
                  </a:lnTo>
                  <a:lnTo>
                    <a:pt x="96" y="6"/>
                  </a:lnTo>
                  <a:lnTo>
                    <a:pt x="15" y="192"/>
                  </a:lnTo>
                  <a:lnTo>
                    <a:pt x="15" y="572"/>
                  </a:lnTo>
                  <a:close/>
                </a:path>
              </a:pathLst>
            </a:custGeom>
            <a:gradFill>
              <a:gsLst>
                <a:gs pos="0">
                  <a:schemeClr val="dk2"/>
                </a:gs>
                <a:gs pos="100000">
                  <a:srgbClr val="B3FFFF"/>
                </a:gs>
              </a:gsLst>
              <a:lin ang="5400000" scaled="0"/>
            </a:gradFill>
            <a:ln>
              <a:noFill/>
            </a:ln>
          </p:spPr>
        </p:sp>
        <p:sp>
          <p:nvSpPr>
            <p:cNvPr id="80" name="Google Shape;80;p4"/>
            <p:cNvSpPr/>
            <p:nvPr/>
          </p:nvSpPr>
          <p:spPr>
            <a:xfrm>
              <a:off x="866775"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p:nvPr/>
          </p:nvSpPr>
          <p:spPr>
            <a:xfrm>
              <a:off x="890588" y="15541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4"/>
            <p:cNvSpPr/>
            <p:nvPr/>
          </p:nvSpPr>
          <p:spPr>
            <a:xfrm>
              <a:off x="738188" y="5622925"/>
              <a:ext cx="338138" cy="1216025"/>
            </a:xfrm>
            <a:custGeom>
              <a:rect b="b" l="l" r="r" t="t"/>
              <a:pathLst>
                <a:path extrusionOk="0" h="766" w="213">
                  <a:moveTo>
                    <a:pt x="213" y="766"/>
                  </a:moveTo>
                  <a:lnTo>
                    <a:pt x="195" y="766"/>
                  </a:lnTo>
                  <a:lnTo>
                    <a:pt x="195" y="464"/>
                  </a:lnTo>
                  <a:lnTo>
                    <a:pt x="0" y="6"/>
                  </a:lnTo>
                  <a:lnTo>
                    <a:pt x="12" y="0"/>
                  </a:lnTo>
                  <a:lnTo>
                    <a:pt x="213" y="461"/>
                  </a:lnTo>
                  <a:lnTo>
                    <a:pt x="213" y="766"/>
                  </a:lnTo>
                  <a:close/>
                </a:path>
              </a:pathLst>
            </a:custGeom>
            <a:gradFill>
              <a:gsLst>
                <a:gs pos="0">
                  <a:schemeClr val="dk2"/>
                </a:gs>
                <a:gs pos="100000">
                  <a:srgbClr val="B3FFFF"/>
                </a:gs>
              </a:gsLst>
              <a:lin ang="5400000" scaled="0"/>
            </a:gradFill>
            <a:ln>
              <a:noFill/>
            </a:ln>
          </p:spPr>
        </p:sp>
        <p:sp>
          <p:nvSpPr>
            <p:cNvPr id="83" name="Google Shape;83;p4"/>
            <p:cNvSpPr/>
            <p:nvPr/>
          </p:nvSpPr>
          <p:spPr>
            <a:xfrm>
              <a:off x="647700" y="5480050"/>
              <a:ext cx="157163" cy="157163"/>
            </a:xfrm>
            <a:custGeom>
              <a:rect b="b" l="l" r="r" t="t"/>
              <a:pathLst>
                <a:path extrusionOk="0" h="33" w="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p:nvPr/>
          </p:nvSpPr>
          <p:spPr>
            <a:xfrm>
              <a:off x="66675" y="903288"/>
              <a:ext cx="190500" cy="190500"/>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4"/>
            <p:cNvSpPr/>
            <p:nvPr/>
          </p:nvSpPr>
          <p:spPr>
            <a:xfrm>
              <a:off x="0" y="3897313"/>
              <a:ext cx="133350" cy="266700"/>
            </a:xfrm>
            <a:custGeom>
              <a:rect b="b" l="l" r="r" t="t"/>
              <a:pathLst>
                <a:path extrusionOk="0" h="168" w="84">
                  <a:moveTo>
                    <a:pt x="69" y="168"/>
                  </a:moveTo>
                  <a:lnTo>
                    <a:pt x="0" y="6"/>
                  </a:lnTo>
                  <a:lnTo>
                    <a:pt x="12" y="0"/>
                  </a:lnTo>
                  <a:lnTo>
                    <a:pt x="84" y="162"/>
                  </a:lnTo>
                  <a:lnTo>
                    <a:pt x="69" y="168"/>
                  </a:lnTo>
                  <a:close/>
                </a:path>
              </a:pathLst>
            </a:custGeom>
            <a:gradFill>
              <a:gsLst>
                <a:gs pos="0">
                  <a:schemeClr val="dk2"/>
                </a:gs>
                <a:gs pos="100000">
                  <a:srgbClr val="B3FFFF"/>
                </a:gs>
              </a:gsLst>
              <a:lin ang="5400000" scaled="0"/>
            </a:gradFill>
            <a:ln>
              <a:noFill/>
            </a:ln>
          </p:spPr>
        </p:sp>
        <p:sp>
          <p:nvSpPr>
            <p:cNvPr id="86" name="Google Shape;86;p4"/>
            <p:cNvSpPr/>
            <p:nvPr/>
          </p:nvSpPr>
          <p:spPr>
            <a:xfrm>
              <a:off x="66675" y="414972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a:off x="0" y="1644650"/>
              <a:ext cx="133350" cy="269875"/>
            </a:xfrm>
            <a:custGeom>
              <a:rect b="b" l="l" r="r" t="t"/>
              <a:pathLst>
                <a:path extrusionOk="0" h="170" w="84">
                  <a:moveTo>
                    <a:pt x="12" y="170"/>
                  </a:moveTo>
                  <a:lnTo>
                    <a:pt x="0" y="164"/>
                  </a:lnTo>
                  <a:lnTo>
                    <a:pt x="69" y="0"/>
                  </a:lnTo>
                  <a:lnTo>
                    <a:pt x="84" y="6"/>
                  </a:lnTo>
                  <a:lnTo>
                    <a:pt x="12" y="170"/>
                  </a:lnTo>
                  <a:close/>
                </a:path>
              </a:pathLst>
            </a:custGeom>
            <a:gradFill>
              <a:gsLst>
                <a:gs pos="0">
                  <a:schemeClr val="dk2"/>
                </a:gs>
                <a:gs pos="100000">
                  <a:srgbClr val="B3FFFF"/>
                </a:gs>
              </a:gsLst>
              <a:lin ang="5400000" scaled="0"/>
            </a:gradFill>
            <a:ln>
              <a:noFill/>
            </a:ln>
          </p:spPr>
        </p:sp>
        <p:sp>
          <p:nvSpPr>
            <p:cNvPr id="88" name="Google Shape;88;p4"/>
            <p:cNvSpPr/>
            <p:nvPr/>
          </p:nvSpPr>
          <p:spPr>
            <a:xfrm>
              <a:off x="66675" y="146843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4"/>
            <p:cNvSpPr/>
            <p:nvPr/>
          </p:nvSpPr>
          <p:spPr>
            <a:xfrm>
              <a:off x="695325" y="4763"/>
              <a:ext cx="309563" cy="1558925"/>
            </a:xfrm>
            <a:custGeom>
              <a:rect b="b" l="l" r="r" t="t"/>
              <a:pathLst>
                <a:path extrusionOk="0" h="982" w="195">
                  <a:moveTo>
                    <a:pt x="195" y="982"/>
                  </a:moveTo>
                  <a:lnTo>
                    <a:pt x="177" y="982"/>
                  </a:lnTo>
                  <a:lnTo>
                    <a:pt x="177" y="805"/>
                  </a:lnTo>
                  <a:lnTo>
                    <a:pt x="0" y="629"/>
                  </a:lnTo>
                  <a:lnTo>
                    <a:pt x="0" y="0"/>
                  </a:lnTo>
                  <a:lnTo>
                    <a:pt x="18" y="0"/>
                  </a:lnTo>
                  <a:lnTo>
                    <a:pt x="18" y="623"/>
                  </a:lnTo>
                  <a:lnTo>
                    <a:pt x="195" y="796"/>
                  </a:lnTo>
                  <a:lnTo>
                    <a:pt x="195" y="982"/>
                  </a:lnTo>
                  <a:close/>
                </a:path>
              </a:pathLst>
            </a:custGeom>
            <a:gradFill>
              <a:gsLst>
                <a:gs pos="0">
                  <a:schemeClr val="dk2"/>
                </a:gs>
                <a:gs pos="100000">
                  <a:srgbClr val="B3FFFF"/>
                </a:gs>
              </a:gsLst>
              <a:lin ang="5400000" scaled="0"/>
            </a:gradFill>
            <a:ln>
              <a:noFill/>
            </a:ln>
          </p:spPr>
        </p:sp>
        <p:sp>
          <p:nvSpPr>
            <p:cNvPr id="90" name="Google Shape;90;p4"/>
            <p:cNvSpPr/>
            <p:nvPr/>
          </p:nvSpPr>
          <p:spPr>
            <a:xfrm>
              <a:off x="57150" y="48815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p:nvPr/>
          </p:nvSpPr>
          <p:spPr>
            <a:xfrm>
              <a:off x="138113" y="5060950"/>
              <a:ext cx="304800" cy="1778000"/>
            </a:xfrm>
            <a:custGeom>
              <a:rect b="b" l="l" r="r" t="t"/>
              <a:pathLst>
                <a:path extrusionOk="0" h="1120" w="192">
                  <a:moveTo>
                    <a:pt x="192" y="1120"/>
                  </a:moveTo>
                  <a:lnTo>
                    <a:pt x="177" y="1120"/>
                  </a:lnTo>
                  <a:lnTo>
                    <a:pt x="177" y="360"/>
                  </a:lnTo>
                  <a:lnTo>
                    <a:pt x="0" y="183"/>
                  </a:lnTo>
                  <a:lnTo>
                    <a:pt x="0" y="0"/>
                  </a:lnTo>
                  <a:lnTo>
                    <a:pt x="15" y="0"/>
                  </a:lnTo>
                  <a:lnTo>
                    <a:pt x="15" y="177"/>
                  </a:lnTo>
                  <a:lnTo>
                    <a:pt x="192" y="354"/>
                  </a:lnTo>
                  <a:lnTo>
                    <a:pt x="192" y="1120"/>
                  </a:lnTo>
                  <a:close/>
                </a:path>
              </a:pathLst>
            </a:custGeom>
            <a:gradFill>
              <a:gsLst>
                <a:gs pos="0">
                  <a:schemeClr val="dk2"/>
                </a:gs>
                <a:gs pos="100000">
                  <a:srgbClr val="B3FFFF"/>
                </a:gs>
              </a:gsLst>
              <a:lin ang="5400000" scaled="0"/>
            </a:gradFill>
            <a:ln>
              <a:noFill/>
            </a:ln>
          </p:spPr>
        </p:sp>
        <p:sp>
          <p:nvSpPr>
            <p:cNvPr id="92" name="Google Shape;92;p4"/>
            <p:cNvSpPr/>
            <p:nvPr/>
          </p:nvSpPr>
          <p:spPr>
            <a:xfrm>
              <a:off x="561975" y="6430963"/>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642938" y="6610350"/>
              <a:ext cx="23813" cy="242888"/>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76200" y="6430963"/>
              <a:ext cx="190500" cy="188913"/>
            </a:xfrm>
            <a:custGeom>
              <a:rect b="b" l="l" r="r" t="t"/>
              <a:pathLst>
                <a:path extrusionOk="0" h="40" w="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0" y="5978525"/>
              <a:ext cx="190500" cy="461963"/>
            </a:xfrm>
            <a:custGeom>
              <a:rect b="b" l="l" r="r" t="t"/>
              <a:pathLst>
                <a:path extrusionOk="0" h="291" w="120">
                  <a:moveTo>
                    <a:pt x="120" y="291"/>
                  </a:moveTo>
                  <a:lnTo>
                    <a:pt x="105" y="291"/>
                  </a:lnTo>
                  <a:lnTo>
                    <a:pt x="105" y="114"/>
                  </a:lnTo>
                  <a:lnTo>
                    <a:pt x="0" y="9"/>
                  </a:lnTo>
                  <a:lnTo>
                    <a:pt x="12" y="0"/>
                  </a:lnTo>
                  <a:lnTo>
                    <a:pt x="120" y="108"/>
                  </a:lnTo>
                  <a:lnTo>
                    <a:pt x="120" y="291"/>
                  </a:lnTo>
                  <a:close/>
                </a:path>
              </a:pathLst>
            </a:custGeom>
            <a:gradFill>
              <a:gsLst>
                <a:gs pos="0">
                  <a:schemeClr val="dk2"/>
                </a:gs>
                <a:gs pos="100000">
                  <a:srgbClr val="B3FFFF"/>
                </a:gs>
              </a:gsLst>
              <a:lin ang="5400000" scaled="0"/>
            </a:gradFill>
            <a:ln>
              <a:noFill/>
            </a:ln>
          </p:spPr>
        </p:sp>
        <p:sp>
          <p:nvSpPr>
            <p:cNvPr id="96" name="Google Shape;96;p4"/>
            <p:cNvSpPr/>
            <p:nvPr/>
          </p:nvSpPr>
          <p:spPr>
            <a:xfrm>
              <a:off x="1014413" y="1801813"/>
              <a:ext cx="214313" cy="755650"/>
            </a:xfrm>
            <a:custGeom>
              <a:rect b="b" l="l" r="r" t="t"/>
              <a:pathLst>
                <a:path extrusionOk="0" h="476" w="135">
                  <a:moveTo>
                    <a:pt x="12" y="476"/>
                  </a:moveTo>
                  <a:lnTo>
                    <a:pt x="0" y="476"/>
                  </a:lnTo>
                  <a:lnTo>
                    <a:pt x="0" y="128"/>
                  </a:lnTo>
                  <a:lnTo>
                    <a:pt x="126" y="0"/>
                  </a:lnTo>
                  <a:lnTo>
                    <a:pt x="135" y="9"/>
                  </a:lnTo>
                  <a:lnTo>
                    <a:pt x="12" y="131"/>
                  </a:lnTo>
                  <a:lnTo>
                    <a:pt x="12" y="476"/>
                  </a:lnTo>
                  <a:close/>
                </a:path>
              </a:pathLst>
            </a:custGeom>
            <a:gradFill>
              <a:gsLst>
                <a:gs pos="0">
                  <a:schemeClr val="dk2"/>
                </a:gs>
                <a:gs pos="100000">
                  <a:srgbClr val="B3FFFF"/>
                </a:gs>
              </a:gsLst>
              <a:lin ang="5400000" scaled="0"/>
            </a:gradFill>
            <a:ln>
              <a:noFill/>
            </a:ln>
          </p:spPr>
        </p:sp>
        <p:sp>
          <p:nvSpPr>
            <p:cNvPr id="97" name="Google Shape;97;p4"/>
            <p:cNvSpPr/>
            <p:nvPr/>
          </p:nvSpPr>
          <p:spPr>
            <a:xfrm>
              <a:off x="938213" y="2547938"/>
              <a:ext cx="166688" cy="160338"/>
            </a:xfrm>
            <a:custGeom>
              <a:rect b="b" l="l" r="r" t="t"/>
              <a:pathLst>
                <a:path extrusionOk="0" h="34" w="35">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595313" y="4763"/>
              <a:ext cx="638175" cy="4025900"/>
            </a:xfrm>
            <a:custGeom>
              <a:rect b="b" l="l" r="r" t="t"/>
              <a:pathLst>
                <a:path extrusionOk="0" h="2536" w="402">
                  <a:moveTo>
                    <a:pt x="402" y="2536"/>
                  </a:moveTo>
                  <a:lnTo>
                    <a:pt x="387" y="2536"/>
                  </a:lnTo>
                  <a:lnTo>
                    <a:pt x="387" y="2311"/>
                  </a:lnTo>
                  <a:lnTo>
                    <a:pt x="0" y="1925"/>
                  </a:lnTo>
                  <a:lnTo>
                    <a:pt x="0" y="0"/>
                  </a:lnTo>
                  <a:lnTo>
                    <a:pt x="15" y="0"/>
                  </a:lnTo>
                  <a:lnTo>
                    <a:pt x="15" y="1916"/>
                  </a:lnTo>
                  <a:lnTo>
                    <a:pt x="402" y="2302"/>
                  </a:lnTo>
                  <a:lnTo>
                    <a:pt x="402" y="2536"/>
                  </a:lnTo>
                  <a:close/>
                </a:path>
              </a:pathLst>
            </a:custGeom>
            <a:gradFill>
              <a:gsLst>
                <a:gs pos="0">
                  <a:schemeClr val="dk2"/>
                </a:gs>
                <a:gs pos="100000">
                  <a:srgbClr val="B3FFFF"/>
                </a:gs>
              </a:gsLst>
              <a:lin ang="5400000" scaled="0"/>
            </a:gradFill>
            <a:ln>
              <a:noFill/>
            </a:ln>
          </p:spPr>
        </p:sp>
        <p:sp>
          <p:nvSpPr>
            <p:cNvPr id="99" name="Google Shape;99;p4"/>
            <p:cNvSpPr/>
            <p:nvPr/>
          </p:nvSpPr>
          <p:spPr>
            <a:xfrm>
              <a:off x="1223963"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100" name="Google Shape;100;p4"/>
            <p:cNvSpPr/>
            <p:nvPr/>
          </p:nvSpPr>
          <p:spPr>
            <a:xfrm>
              <a:off x="1300163" y="1849438"/>
              <a:ext cx="109538" cy="107950"/>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
            <p:cNvSpPr/>
            <p:nvPr/>
          </p:nvSpPr>
          <p:spPr>
            <a:xfrm>
              <a:off x="280988" y="3417888"/>
              <a:ext cx="142875" cy="474663"/>
            </a:xfrm>
            <a:custGeom>
              <a:rect b="b" l="l" r="r" t="t"/>
              <a:pathLst>
                <a:path extrusionOk="0" h="299" w="90">
                  <a:moveTo>
                    <a:pt x="12" y="299"/>
                  </a:moveTo>
                  <a:lnTo>
                    <a:pt x="0" y="299"/>
                  </a:lnTo>
                  <a:lnTo>
                    <a:pt x="0" y="80"/>
                  </a:lnTo>
                  <a:lnTo>
                    <a:pt x="81" y="0"/>
                  </a:lnTo>
                  <a:lnTo>
                    <a:pt x="90" y="8"/>
                  </a:lnTo>
                  <a:lnTo>
                    <a:pt x="12" y="83"/>
                  </a:lnTo>
                  <a:lnTo>
                    <a:pt x="12" y="299"/>
                  </a:lnTo>
                  <a:close/>
                </a:path>
              </a:pathLst>
            </a:custGeom>
            <a:gradFill>
              <a:gsLst>
                <a:gs pos="0">
                  <a:schemeClr val="dk2"/>
                </a:gs>
                <a:gs pos="100000">
                  <a:srgbClr val="B3FFFF"/>
                </a:gs>
              </a:gsLst>
              <a:lin ang="5400000" scaled="0"/>
            </a:gradFill>
            <a:ln>
              <a:noFill/>
            </a:ln>
          </p:spPr>
        </p:sp>
        <p:sp>
          <p:nvSpPr>
            <p:cNvPr id="102" name="Google Shape;102;p4"/>
            <p:cNvSpPr/>
            <p:nvPr/>
          </p:nvSpPr>
          <p:spPr>
            <a:xfrm>
              <a:off x="238125" y="3883025"/>
              <a:ext cx="109538" cy="109538"/>
            </a:xfrm>
            <a:custGeom>
              <a:rect b="b" l="l" r="r" t="t"/>
              <a:pathLst>
                <a:path extrusionOk="0" h="23" w="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4763" y="2166938"/>
              <a:ext cx="114300" cy="452438"/>
            </a:xfrm>
            <a:custGeom>
              <a:rect b="b" l="l" r="r" t="t"/>
              <a:pathLst>
                <a:path extrusionOk="0" h="285" w="72">
                  <a:moveTo>
                    <a:pt x="6" y="285"/>
                  </a:moveTo>
                  <a:lnTo>
                    <a:pt x="0" y="276"/>
                  </a:lnTo>
                  <a:lnTo>
                    <a:pt x="60" y="216"/>
                  </a:lnTo>
                  <a:lnTo>
                    <a:pt x="60" y="0"/>
                  </a:lnTo>
                  <a:lnTo>
                    <a:pt x="72" y="0"/>
                  </a:lnTo>
                  <a:lnTo>
                    <a:pt x="72" y="222"/>
                  </a:lnTo>
                  <a:lnTo>
                    <a:pt x="6" y="285"/>
                  </a:lnTo>
                  <a:close/>
                </a:path>
              </a:pathLst>
            </a:custGeom>
            <a:gradFill>
              <a:gsLst>
                <a:gs pos="0">
                  <a:schemeClr val="dk2"/>
                </a:gs>
                <a:gs pos="100000">
                  <a:srgbClr val="B3FFFF"/>
                </a:gs>
              </a:gsLst>
              <a:lin ang="5400000" scaled="0"/>
            </a:gradFill>
            <a:ln>
              <a:noFill/>
            </a:ln>
          </p:spPr>
        </p:sp>
        <p:sp>
          <p:nvSpPr>
            <p:cNvPr id="104" name="Google Shape;104;p4"/>
            <p:cNvSpPr/>
            <p:nvPr/>
          </p:nvSpPr>
          <p:spPr>
            <a:xfrm>
              <a:off x="52388" y="2066925"/>
              <a:ext cx="109538" cy="109538"/>
            </a:xfrm>
            <a:custGeom>
              <a:rect b="b" l="l" r="r" t="t"/>
              <a:pathLst>
                <a:path extrusionOk="0" h="23" w="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
            <p:cNvSpPr/>
            <p:nvPr/>
          </p:nvSpPr>
          <p:spPr>
            <a:xfrm>
              <a:off x="1228725" y="4662488"/>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1319213" y="5041900"/>
              <a:ext cx="371475" cy="1801813"/>
            </a:xfrm>
            <a:custGeom>
              <a:rect b="b" l="l" r="r" t="t"/>
              <a:pathLst>
                <a:path extrusionOk="0" h="1135" w="234">
                  <a:moveTo>
                    <a:pt x="15" y="1135"/>
                  </a:moveTo>
                  <a:lnTo>
                    <a:pt x="0" y="1135"/>
                  </a:lnTo>
                  <a:lnTo>
                    <a:pt x="0" y="515"/>
                  </a:lnTo>
                  <a:lnTo>
                    <a:pt x="0" y="512"/>
                  </a:lnTo>
                  <a:lnTo>
                    <a:pt x="219" y="0"/>
                  </a:lnTo>
                  <a:lnTo>
                    <a:pt x="234" y="6"/>
                  </a:lnTo>
                  <a:lnTo>
                    <a:pt x="15" y="518"/>
                  </a:lnTo>
                  <a:lnTo>
                    <a:pt x="15" y="1135"/>
                  </a:lnTo>
                  <a:close/>
                </a:path>
              </a:pathLst>
            </a:custGeom>
            <a:gradFill>
              <a:gsLst>
                <a:gs pos="0">
                  <a:schemeClr val="dk2"/>
                </a:gs>
                <a:gs pos="100000">
                  <a:srgbClr val="B3FFFF"/>
                </a:gs>
              </a:gsLst>
              <a:lin ang="5400000" scaled="0"/>
            </a:gradFill>
            <a:ln>
              <a:noFill/>
            </a:ln>
          </p:spPr>
        </p:sp>
        <p:sp>
          <p:nvSpPr>
            <p:cNvPr id="107" name="Google Shape;107;p4"/>
            <p:cNvSpPr/>
            <p:nvPr/>
          </p:nvSpPr>
          <p:spPr>
            <a:xfrm>
              <a:off x="1147763"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
            <p:cNvSpPr/>
            <p:nvPr/>
          </p:nvSpPr>
          <p:spPr>
            <a:xfrm>
              <a:off x="819150" y="3983038"/>
              <a:ext cx="347663" cy="2860675"/>
            </a:xfrm>
            <a:custGeom>
              <a:rect b="b" l="l" r="r" t="t"/>
              <a:pathLst>
                <a:path extrusionOk="0" h="1802" w="219">
                  <a:moveTo>
                    <a:pt x="219" y="1802"/>
                  </a:moveTo>
                  <a:lnTo>
                    <a:pt x="201" y="1802"/>
                  </a:lnTo>
                  <a:lnTo>
                    <a:pt x="201" y="1185"/>
                  </a:lnTo>
                  <a:lnTo>
                    <a:pt x="0" y="3"/>
                  </a:lnTo>
                  <a:lnTo>
                    <a:pt x="15" y="0"/>
                  </a:lnTo>
                  <a:lnTo>
                    <a:pt x="219" y="1185"/>
                  </a:lnTo>
                  <a:lnTo>
                    <a:pt x="219" y="1802"/>
                  </a:lnTo>
                  <a:close/>
                </a:path>
              </a:pathLst>
            </a:custGeom>
            <a:gradFill>
              <a:gsLst>
                <a:gs pos="0">
                  <a:schemeClr val="dk2"/>
                </a:gs>
                <a:gs pos="100000">
                  <a:srgbClr val="B3FFFF"/>
                </a:gs>
              </a:gsLst>
              <a:lin ang="5400000" scaled="0"/>
            </a:gradFill>
            <a:ln>
              <a:noFill/>
            </a:ln>
          </p:spPr>
        </p:sp>
        <p:sp>
          <p:nvSpPr>
            <p:cNvPr id="109" name="Google Shape;109;p4"/>
            <p:cNvSpPr/>
            <p:nvPr/>
          </p:nvSpPr>
          <p:spPr>
            <a:xfrm>
              <a:off x="728663" y="3806825"/>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1624013"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1404938" y="5422900"/>
              <a:ext cx="371475" cy="1425575"/>
            </a:xfrm>
            <a:custGeom>
              <a:rect b="b" l="l" r="r" t="t"/>
              <a:pathLst>
                <a:path extrusionOk="0" h="898" w="234">
                  <a:moveTo>
                    <a:pt x="18" y="898"/>
                  </a:moveTo>
                  <a:lnTo>
                    <a:pt x="0" y="898"/>
                  </a:lnTo>
                  <a:lnTo>
                    <a:pt x="0" y="515"/>
                  </a:lnTo>
                  <a:lnTo>
                    <a:pt x="0" y="512"/>
                  </a:lnTo>
                  <a:lnTo>
                    <a:pt x="222" y="0"/>
                  </a:lnTo>
                  <a:lnTo>
                    <a:pt x="234" y="6"/>
                  </a:lnTo>
                  <a:lnTo>
                    <a:pt x="18" y="518"/>
                  </a:lnTo>
                  <a:lnTo>
                    <a:pt x="18" y="898"/>
                  </a:lnTo>
                  <a:close/>
                </a:path>
              </a:pathLst>
            </a:custGeom>
            <a:gradFill>
              <a:gsLst>
                <a:gs pos="0">
                  <a:schemeClr val="dk2"/>
                </a:gs>
                <a:gs pos="100000">
                  <a:srgbClr val="B3FFFF"/>
                </a:gs>
              </a:gsLst>
              <a:lin ang="5400000" scaled="0"/>
            </a:gradFill>
            <a:ln>
              <a:noFill/>
            </a:ln>
          </p:spPr>
        </p:sp>
        <p:sp>
          <p:nvSpPr>
            <p:cNvPr id="112" name="Google Shape;112;p4"/>
            <p:cNvSpPr/>
            <p:nvPr/>
          </p:nvSpPr>
          <p:spPr>
            <a:xfrm>
              <a:off x="1666875"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113" name="Google Shape;113;p4"/>
            <p:cNvSpPr/>
            <p:nvPr/>
          </p:nvSpPr>
          <p:spPr>
            <a:xfrm>
              <a:off x="1709738"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1709738"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766888" y="6330950"/>
              <a:ext cx="419100" cy="527050"/>
            </a:xfrm>
            <a:custGeom>
              <a:rect b="b" l="l" r="r" t="t"/>
              <a:pathLst>
                <a:path extrusionOk="0" h="332" w="264">
                  <a:moveTo>
                    <a:pt x="12" y="332"/>
                  </a:moveTo>
                  <a:lnTo>
                    <a:pt x="0" y="326"/>
                  </a:lnTo>
                  <a:lnTo>
                    <a:pt x="45" y="206"/>
                  </a:lnTo>
                  <a:lnTo>
                    <a:pt x="255" y="0"/>
                  </a:lnTo>
                  <a:lnTo>
                    <a:pt x="264" y="12"/>
                  </a:lnTo>
                  <a:lnTo>
                    <a:pt x="60" y="215"/>
                  </a:lnTo>
                  <a:lnTo>
                    <a:pt x="12" y="332"/>
                  </a:lnTo>
                  <a:close/>
                </a:path>
              </a:pathLst>
            </a:custGeom>
            <a:gradFill>
              <a:gsLst>
                <a:gs pos="0">
                  <a:schemeClr val="dk2"/>
                </a:gs>
                <a:gs pos="100000">
                  <a:srgbClr val="B3FFFF"/>
                </a:gs>
              </a:gsLst>
              <a:lin ang="5400000" scaled="0"/>
            </a:gradFill>
            <a:ln>
              <a:noFill/>
            </a:ln>
          </p:spPr>
        </p:sp>
        <p:sp>
          <p:nvSpPr>
            <p:cNvPr id="116" name="Google Shape;116;p4"/>
            <p:cNvSpPr/>
            <p:nvPr/>
          </p:nvSpPr>
          <p:spPr>
            <a:xfrm>
              <a:off x="2147888"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
            <p:cNvSpPr/>
            <p:nvPr/>
          </p:nvSpPr>
          <p:spPr>
            <a:xfrm>
              <a:off x="504825" y="9525"/>
              <a:ext cx="233363" cy="5103813"/>
            </a:xfrm>
            <a:custGeom>
              <a:rect b="b" l="l" r="r" t="t"/>
              <a:pathLst>
                <a:path extrusionOk="0" h="3215" w="147">
                  <a:moveTo>
                    <a:pt x="132" y="3215"/>
                  </a:moveTo>
                  <a:lnTo>
                    <a:pt x="129" y="2754"/>
                  </a:lnTo>
                  <a:lnTo>
                    <a:pt x="0" y="1901"/>
                  </a:lnTo>
                  <a:lnTo>
                    <a:pt x="0" y="0"/>
                  </a:lnTo>
                  <a:lnTo>
                    <a:pt x="15" y="0"/>
                  </a:lnTo>
                  <a:lnTo>
                    <a:pt x="15" y="1898"/>
                  </a:lnTo>
                  <a:lnTo>
                    <a:pt x="144" y="2754"/>
                  </a:lnTo>
                  <a:lnTo>
                    <a:pt x="147" y="3215"/>
                  </a:lnTo>
                  <a:lnTo>
                    <a:pt x="132" y="3215"/>
                  </a:lnTo>
                  <a:close/>
                </a:path>
              </a:pathLst>
            </a:custGeom>
            <a:gradFill>
              <a:gsLst>
                <a:gs pos="0">
                  <a:schemeClr val="dk2"/>
                </a:gs>
                <a:gs pos="100000">
                  <a:srgbClr val="B3FFFF"/>
                </a:gs>
              </a:gsLst>
              <a:lin ang="5400000" scaled="0"/>
            </a:gradFill>
            <a:ln>
              <a:noFill/>
            </a:ln>
          </p:spPr>
        </p:sp>
        <p:sp>
          <p:nvSpPr>
            <p:cNvPr id="118" name="Google Shape;118;p4"/>
            <p:cNvSpPr/>
            <p:nvPr/>
          </p:nvSpPr>
          <p:spPr>
            <a:xfrm>
              <a:off x="633413" y="5103813"/>
              <a:ext cx="185738" cy="185738"/>
            </a:xfrm>
            <a:custGeom>
              <a:rect b="b" l="l" r="r" t="t"/>
              <a:pathLst>
                <a:path extrusionOk="0" h="39" w="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4"/>
          <p:cNvSpPr txBox="1"/>
          <p:nvPr>
            <p:ph type="ctrTitle"/>
          </p:nvPr>
        </p:nvSpPr>
        <p:spPr>
          <a:xfrm>
            <a:off x="1876424" y="1122363"/>
            <a:ext cx="8791575"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Twentieth Century"/>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4"/>
          <p:cNvSpPr txBox="1"/>
          <p:nvPr>
            <p:ph idx="1" type="subTitle"/>
          </p:nvPr>
        </p:nvSpPr>
        <p:spPr>
          <a:xfrm>
            <a:off x="1876424" y="3602038"/>
            <a:ext cx="8791575" cy="1655762"/>
          </a:xfrm>
          <a:prstGeom prst="rect">
            <a:avLst/>
          </a:prstGeom>
          <a:noFill/>
          <a:ln>
            <a:noFill/>
          </a:ln>
        </p:spPr>
        <p:txBody>
          <a:bodyPr anchorCtr="0" anchor="t" bIns="45700" lIns="91425" spcFirstLastPara="1" rIns="91425" wrap="square" tIns="45700">
            <a:normAutofit/>
          </a:bodyPr>
          <a:lstStyle>
            <a:lvl1pPr lvl="0" algn="l">
              <a:lnSpc>
                <a:spcPct val="120000"/>
              </a:lnSpc>
              <a:spcBef>
                <a:spcPts val="1000"/>
              </a:spcBef>
              <a:spcAft>
                <a:spcPts val="0"/>
              </a:spcAft>
              <a:buClr>
                <a:schemeClr val="dk2"/>
              </a:buClr>
              <a:buSzPts val="2500"/>
              <a:buNone/>
              <a:defRPr sz="2000" cap="none">
                <a:solidFill>
                  <a:schemeClr val="dk2"/>
                </a:solidFill>
              </a:defRPr>
            </a:lvl1pPr>
            <a:lvl2pPr lvl="1" algn="ctr">
              <a:lnSpc>
                <a:spcPct val="120000"/>
              </a:lnSpc>
              <a:spcBef>
                <a:spcPts val="500"/>
              </a:spcBef>
              <a:spcAft>
                <a:spcPts val="0"/>
              </a:spcAft>
              <a:buClr>
                <a:schemeClr val="dk1"/>
              </a:buClr>
              <a:buSzPts val="2500"/>
              <a:buNone/>
              <a:defRPr sz="2000"/>
            </a:lvl2pPr>
            <a:lvl3pPr lvl="2" algn="ctr">
              <a:lnSpc>
                <a:spcPct val="120000"/>
              </a:lnSpc>
              <a:spcBef>
                <a:spcPts val="500"/>
              </a:spcBef>
              <a:spcAft>
                <a:spcPts val="0"/>
              </a:spcAft>
              <a:buClr>
                <a:schemeClr val="dk1"/>
              </a:buClr>
              <a:buSzPts val="2250"/>
              <a:buNone/>
              <a:defRPr sz="1800"/>
            </a:lvl3pPr>
            <a:lvl4pPr lvl="3" algn="ctr">
              <a:lnSpc>
                <a:spcPct val="120000"/>
              </a:lnSpc>
              <a:spcBef>
                <a:spcPts val="500"/>
              </a:spcBef>
              <a:spcAft>
                <a:spcPts val="0"/>
              </a:spcAft>
              <a:buClr>
                <a:schemeClr val="dk1"/>
              </a:buClr>
              <a:buSzPts val="2000"/>
              <a:buNone/>
              <a:defRPr sz="1600"/>
            </a:lvl4pPr>
            <a:lvl5pPr lvl="4" algn="ctr">
              <a:lnSpc>
                <a:spcPct val="120000"/>
              </a:lnSpc>
              <a:spcBef>
                <a:spcPts val="500"/>
              </a:spcBef>
              <a:spcAft>
                <a:spcPts val="0"/>
              </a:spcAft>
              <a:buClr>
                <a:schemeClr val="dk1"/>
              </a:buClr>
              <a:buSzPts val="2000"/>
              <a:buNone/>
              <a:defRPr sz="1600"/>
            </a:lvl5pPr>
            <a:lvl6pPr lvl="5" algn="ctr">
              <a:lnSpc>
                <a:spcPct val="120000"/>
              </a:lnSpc>
              <a:spcBef>
                <a:spcPts val="500"/>
              </a:spcBef>
              <a:spcAft>
                <a:spcPts val="0"/>
              </a:spcAft>
              <a:buClr>
                <a:schemeClr val="dk1"/>
              </a:buClr>
              <a:buSzPts val="2000"/>
              <a:buNone/>
              <a:defRPr sz="1600"/>
            </a:lvl6pPr>
            <a:lvl7pPr lvl="6" algn="ctr">
              <a:lnSpc>
                <a:spcPct val="120000"/>
              </a:lnSpc>
              <a:spcBef>
                <a:spcPts val="500"/>
              </a:spcBef>
              <a:spcAft>
                <a:spcPts val="0"/>
              </a:spcAft>
              <a:buClr>
                <a:schemeClr val="dk1"/>
              </a:buClr>
              <a:buSzPts val="2000"/>
              <a:buNone/>
              <a:defRPr sz="1600"/>
            </a:lvl7pPr>
            <a:lvl8pPr lvl="7" algn="ctr">
              <a:lnSpc>
                <a:spcPct val="120000"/>
              </a:lnSpc>
              <a:spcBef>
                <a:spcPts val="500"/>
              </a:spcBef>
              <a:spcAft>
                <a:spcPts val="0"/>
              </a:spcAft>
              <a:buClr>
                <a:schemeClr val="dk1"/>
              </a:buClr>
              <a:buSzPts val="2000"/>
              <a:buNone/>
              <a:defRPr sz="1600"/>
            </a:lvl8pPr>
            <a:lvl9pPr lvl="8" algn="ctr">
              <a:lnSpc>
                <a:spcPct val="120000"/>
              </a:lnSpc>
              <a:spcBef>
                <a:spcPts val="500"/>
              </a:spcBef>
              <a:spcAft>
                <a:spcPts val="0"/>
              </a:spcAft>
              <a:buClr>
                <a:schemeClr val="dk1"/>
              </a:buClr>
              <a:buSzPts val="2000"/>
              <a:buNone/>
              <a:defRPr sz="1600"/>
            </a:lvl9pPr>
          </a:lstStyle>
          <a:p/>
        </p:txBody>
      </p:sp>
      <p:sp>
        <p:nvSpPr>
          <p:cNvPr id="121" name="Google Shape;121;p4"/>
          <p:cNvSpPr txBox="1"/>
          <p:nvPr>
            <p:ph idx="10" type="dt"/>
          </p:nvPr>
        </p:nvSpPr>
        <p:spPr>
          <a:xfrm>
            <a:off x="7077511" y="5410201"/>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
          <p:cNvSpPr txBox="1"/>
          <p:nvPr>
            <p:ph idx="11" type="ftr"/>
          </p:nvPr>
        </p:nvSpPr>
        <p:spPr>
          <a:xfrm>
            <a:off x="1876424" y="5410201"/>
            <a:ext cx="512488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
          <p:cNvSpPr txBox="1"/>
          <p:nvPr>
            <p:ph idx="12" type="sldNum"/>
          </p:nvPr>
        </p:nvSpPr>
        <p:spPr>
          <a:xfrm>
            <a:off x="9896911" y="5410199"/>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4" name="Shape 124"/>
        <p:cNvGrpSpPr/>
        <p:nvPr/>
      </p:nvGrpSpPr>
      <p:grpSpPr>
        <a:xfrm>
          <a:off x="0" y="0"/>
          <a:ext cx="0" cy="0"/>
          <a:chOff x="0" y="0"/>
          <a:chExt cx="0" cy="0"/>
        </a:xfrm>
      </p:grpSpPr>
      <p:sp>
        <p:nvSpPr>
          <p:cNvPr id="125" name="Google Shape;125;p5"/>
          <p:cNvSpPr txBox="1"/>
          <p:nvPr>
            <p:ph type="title"/>
          </p:nvPr>
        </p:nvSpPr>
        <p:spPr>
          <a:xfrm>
            <a:off x="1141411" y="1419226"/>
            <a:ext cx="99060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p5"/>
          <p:cNvSpPr txBox="1"/>
          <p:nvPr>
            <p:ph idx="1" type="body"/>
          </p:nvPr>
        </p:nvSpPr>
        <p:spPr>
          <a:xfrm>
            <a:off x="1141411" y="4424362"/>
            <a:ext cx="9906000" cy="137477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rgbClr val="888888"/>
              </a:buClr>
              <a:buSzPts val="2250"/>
              <a:buNone/>
              <a:defRPr sz="1800" cap="none">
                <a:solidFill>
                  <a:srgbClr val="888888"/>
                </a:solidFill>
              </a:defRPr>
            </a:lvl1pPr>
            <a:lvl2pPr indent="-228600" lvl="1" marL="914400" algn="l">
              <a:lnSpc>
                <a:spcPct val="120000"/>
              </a:lnSpc>
              <a:spcBef>
                <a:spcPts val="500"/>
              </a:spcBef>
              <a:spcAft>
                <a:spcPts val="0"/>
              </a:spcAft>
              <a:buClr>
                <a:srgbClr val="888888"/>
              </a:buClr>
              <a:buSzPts val="2250"/>
              <a:buNone/>
              <a:defRPr sz="1800">
                <a:solidFill>
                  <a:srgbClr val="888888"/>
                </a:solidFill>
              </a:defRPr>
            </a:lvl2pPr>
            <a:lvl3pPr indent="-228600" lvl="2" marL="1371600" algn="l">
              <a:lnSpc>
                <a:spcPct val="120000"/>
              </a:lnSpc>
              <a:spcBef>
                <a:spcPts val="500"/>
              </a:spcBef>
              <a:spcAft>
                <a:spcPts val="0"/>
              </a:spcAft>
              <a:buClr>
                <a:srgbClr val="888888"/>
              </a:buClr>
              <a:buSzPts val="2250"/>
              <a:buNone/>
              <a:defRPr sz="1800">
                <a:solidFill>
                  <a:srgbClr val="888888"/>
                </a:solidFill>
              </a:defRPr>
            </a:lvl3pPr>
            <a:lvl4pPr indent="-228600" lvl="3" marL="1828800" algn="l">
              <a:lnSpc>
                <a:spcPct val="120000"/>
              </a:lnSpc>
              <a:spcBef>
                <a:spcPts val="500"/>
              </a:spcBef>
              <a:spcAft>
                <a:spcPts val="0"/>
              </a:spcAft>
              <a:buClr>
                <a:srgbClr val="888888"/>
              </a:buClr>
              <a:buSzPts val="2000"/>
              <a:buNone/>
              <a:defRPr sz="1600">
                <a:solidFill>
                  <a:srgbClr val="888888"/>
                </a:solidFill>
              </a:defRPr>
            </a:lvl4pPr>
            <a:lvl5pPr indent="-228600" lvl="4" marL="2286000" algn="l">
              <a:lnSpc>
                <a:spcPct val="120000"/>
              </a:lnSpc>
              <a:spcBef>
                <a:spcPts val="500"/>
              </a:spcBef>
              <a:spcAft>
                <a:spcPts val="0"/>
              </a:spcAft>
              <a:buClr>
                <a:srgbClr val="888888"/>
              </a:buClr>
              <a:buSzPts val="2000"/>
              <a:buNone/>
              <a:defRPr sz="1600">
                <a:solidFill>
                  <a:srgbClr val="888888"/>
                </a:solidFill>
              </a:defRPr>
            </a:lvl5pPr>
            <a:lvl6pPr indent="-228600" lvl="5" marL="2743200" algn="l">
              <a:lnSpc>
                <a:spcPct val="120000"/>
              </a:lnSpc>
              <a:spcBef>
                <a:spcPts val="500"/>
              </a:spcBef>
              <a:spcAft>
                <a:spcPts val="0"/>
              </a:spcAft>
              <a:buClr>
                <a:srgbClr val="888888"/>
              </a:buClr>
              <a:buSzPts val="2000"/>
              <a:buNone/>
              <a:defRPr sz="1600">
                <a:solidFill>
                  <a:srgbClr val="888888"/>
                </a:solidFill>
              </a:defRPr>
            </a:lvl6pPr>
            <a:lvl7pPr indent="-228600" lvl="6" marL="3200400" algn="l">
              <a:lnSpc>
                <a:spcPct val="120000"/>
              </a:lnSpc>
              <a:spcBef>
                <a:spcPts val="500"/>
              </a:spcBef>
              <a:spcAft>
                <a:spcPts val="0"/>
              </a:spcAft>
              <a:buClr>
                <a:srgbClr val="888888"/>
              </a:buClr>
              <a:buSzPts val="2000"/>
              <a:buNone/>
              <a:defRPr sz="1600">
                <a:solidFill>
                  <a:srgbClr val="888888"/>
                </a:solidFill>
              </a:defRPr>
            </a:lvl7pPr>
            <a:lvl8pPr indent="-228600" lvl="7" marL="3657600" algn="l">
              <a:lnSpc>
                <a:spcPct val="120000"/>
              </a:lnSpc>
              <a:spcBef>
                <a:spcPts val="500"/>
              </a:spcBef>
              <a:spcAft>
                <a:spcPts val="0"/>
              </a:spcAft>
              <a:buClr>
                <a:srgbClr val="888888"/>
              </a:buClr>
              <a:buSzPts val="2000"/>
              <a:buNone/>
              <a:defRPr sz="1600">
                <a:solidFill>
                  <a:srgbClr val="888888"/>
                </a:solidFill>
              </a:defRPr>
            </a:lvl8pPr>
            <a:lvl9pPr indent="-228600" lvl="8" marL="4114800" algn="l">
              <a:lnSpc>
                <a:spcPct val="120000"/>
              </a:lnSpc>
              <a:spcBef>
                <a:spcPts val="500"/>
              </a:spcBef>
              <a:spcAft>
                <a:spcPts val="0"/>
              </a:spcAft>
              <a:buClr>
                <a:srgbClr val="888888"/>
              </a:buClr>
              <a:buSzPts val="2000"/>
              <a:buNone/>
              <a:defRPr sz="1600">
                <a:solidFill>
                  <a:srgbClr val="888888"/>
                </a:solidFill>
              </a:defRPr>
            </a:lvl9pPr>
          </a:lstStyle>
          <a:p/>
        </p:txBody>
      </p:sp>
      <p:sp>
        <p:nvSpPr>
          <p:cNvPr id="127" name="Google Shape;127;p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0" name="Shape 130"/>
        <p:cNvGrpSpPr/>
        <p:nvPr/>
      </p:nvGrpSpPr>
      <p:grpSpPr>
        <a:xfrm>
          <a:off x="0" y="0"/>
          <a:ext cx="0" cy="0"/>
          <a:chOff x="0" y="0"/>
          <a:chExt cx="0" cy="0"/>
        </a:xfrm>
      </p:grpSpPr>
      <p:sp>
        <p:nvSpPr>
          <p:cNvPr id="131" name="Google Shape;131;p6"/>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2" name="Google Shape;132;p6"/>
          <p:cNvSpPr txBox="1"/>
          <p:nvPr>
            <p:ph idx="1" type="body"/>
          </p:nvPr>
        </p:nvSpPr>
        <p:spPr>
          <a:xfrm>
            <a:off x="1141410" y="2249486"/>
            <a:ext cx="4878389"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33" name="Google Shape;133;p6"/>
          <p:cNvSpPr txBox="1"/>
          <p:nvPr>
            <p:ph idx="2" type="body"/>
          </p:nvPr>
        </p:nvSpPr>
        <p:spPr>
          <a:xfrm>
            <a:off x="6172200" y="2249486"/>
            <a:ext cx="4875211" cy="3541714"/>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34" name="Google Shape;134;p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37" name="Shape 137"/>
        <p:cNvGrpSpPr/>
        <p:nvPr/>
      </p:nvGrpSpPr>
      <p:grpSpPr>
        <a:xfrm>
          <a:off x="0" y="0"/>
          <a:ext cx="0" cy="0"/>
          <a:chOff x="0" y="0"/>
          <a:chExt cx="0" cy="0"/>
        </a:xfrm>
      </p:grpSpPr>
      <p:sp>
        <p:nvSpPr>
          <p:cNvPr id="138" name="Google Shape;138;p7"/>
          <p:cNvSpPr txBox="1"/>
          <p:nvPr>
            <p:ph type="title"/>
          </p:nvPr>
        </p:nvSpPr>
        <p:spPr>
          <a:xfrm>
            <a:off x="1141411" y="619126"/>
            <a:ext cx="9906000" cy="14779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9" name="Google Shape;139;p7"/>
          <p:cNvSpPr txBox="1"/>
          <p:nvPr>
            <p:ph idx="1" type="body"/>
          </p:nvPr>
        </p:nvSpPr>
        <p:spPr>
          <a:xfrm>
            <a:off x="1370019" y="2249486"/>
            <a:ext cx="464978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40" name="Google Shape;140;p7"/>
          <p:cNvSpPr txBox="1"/>
          <p:nvPr>
            <p:ph idx="2" type="body"/>
          </p:nvPr>
        </p:nvSpPr>
        <p:spPr>
          <a:xfrm>
            <a:off x="1141410" y="3073397"/>
            <a:ext cx="4878391"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41" name="Google Shape;141;p7"/>
          <p:cNvSpPr txBox="1"/>
          <p:nvPr>
            <p:ph idx="3" type="body"/>
          </p:nvPr>
        </p:nvSpPr>
        <p:spPr>
          <a:xfrm>
            <a:off x="6400808" y="2249485"/>
            <a:ext cx="4646602"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42" name="Google Shape;142;p7"/>
          <p:cNvSpPr txBox="1"/>
          <p:nvPr>
            <p:ph idx="4" type="body"/>
          </p:nvPr>
        </p:nvSpPr>
        <p:spPr>
          <a:xfrm>
            <a:off x="6172200" y="3073397"/>
            <a:ext cx="4875210" cy="2717801"/>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43" name="Google Shape;143;p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6" name="Shape 146"/>
        <p:cNvGrpSpPr/>
        <p:nvPr/>
      </p:nvGrpSpPr>
      <p:grpSpPr>
        <a:xfrm>
          <a:off x="0" y="0"/>
          <a:ext cx="0" cy="0"/>
          <a:chOff x="0" y="0"/>
          <a:chExt cx="0" cy="0"/>
        </a:xfrm>
      </p:grpSpPr>
      <p:sp>
        <p:nvSpPr>
          <p:cNvPr id="147" name="Google Shape;147;p8"/>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8"/>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8"/>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8"/>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1" name="Shape 151"/>
        <p:cNvGrpSpPr/>
        <p:nvPr/>
      </p:nvGrpSpPr>
      <p:grpSpPr>
        <a:xfrm>
          <a:off x="0" y="0"/>
          <a:ext cx="0" cy="0"/>
          <a:chOff x="0" y="0"/>
          <a:chExt cx="0" cy="0"/>
        </a:xfrm>
      </p:grpSpPr>
      <p:sp>
        <p:nvSpPr>
          <p:cNvPr id="152" name="Google Shape;152;p9"/>
          <p:cNvSpPr txBox="1"/>
          <p:nvPr>
            <p:ph type="title"/>
          </p:nvPr>
        </p:nvSpPr>
        <p:spPr>
          <a:xfrm>
            <a:off x="1146705" y="609601"/>
            <a:ext cx="3856037" cy="16398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9"/>
          <p:cNvSpPr txBox="1"/>
          <p:nvPr>
            <p:ph idx="1" type="body"/>
          </p:nvPr>
        </p:nvSpPr>
        <p:spPr>
          <a:xfrm>
            <a:off x="5156200" y="592666"/>
            <a:ext cx="5891209" cy="5198534"/>
          </a:xfrm>
          <a:prstGeom prst="rect">
            <a:avLst/>
          </a:prstGeom>
          <a:noFill/>
          <a:ln>
            <a:noFill/>
          </a:ln>
        </p:spPr>
        <p:txBody>
          <a:bodyPr anchorCtr="0" anchor="ctr"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154" name="Google Shape;154;p9"/>
          <p:cNvSpPr txBox="1"/>
          <p:nvPr>
            <p:ph idx="2" type="body"/>
          </p:nvPr>
        </p:nvSpPr>
        <p:spPr>
          <a:xfrm>
            <a:off x="1146705" y="2249486"/>
            <a:ext cx="3856037"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16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55" name="Google Shape;155;p9"/>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9"/>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9"/>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58" name="Shape 158"/>
        <p:cNvGrpSpPr/>
        <p:nvPr/>
      </p:nvGrpSpPr>
      <p:grpSpPr>
        <a:xfrm>
          <a:off x="0" y="0"/>
          <a:ext cx="0" cy="0"/>
          <a:chOff x="0" y="0"/>
          <a:chExt cx="0" cy="0"/>
        </a:xfrm>
      </p:grpSpPr>
      <p:sp>
        <p:nvSpPr>
          <p:cNvPr id="159" name="Google Shape;159;p10"/>
          <p:cNvSpPr txBox="1"/>
          <p:nvPr>
            <p:ph type="title"/>
          </p:nvPr>
        </p:nvSpPr>
        <p:spPr>
          <a:xfrm>
            <a:off x="1141413" y="609600"/>
            <a:ext cx="5934508" cy="163988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0"/>
          <p:cNvSpPr/>
          <p:nvPr>
            <p:ph idx="2" type="pic"/>
          </p:nvPr>
        </p:nvSpPr>
        <p:spPr>
          <a:xfrm>
            <a:off x="7380721" y="609601"/>
            <a:ext cx="3666690" cy="5181599"/>
          </a:xfrm>
          <a:prstGeom prst="round2DiagRect">
            <a:avLst>
              <a:gd fmla="val 5608"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1" name="Google Shape;161;p10"/>
          <p:cNvSpPr txBox="1"/>
          <p:nvPr>
            <p:ph idx="1" type="body"/>
          </p:nvPr>
        </p:nvSpPr>
        <p:spPr>
          <a:xfrm>
            <a:off x="1141410" y="2249486"/>
            <a:ext cx="5934511" cy="354171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16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62" name="Google Shape;162;p10"/>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10"/>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0"/>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65" name="Shape 165"/>
        <p:cNvGrpSpPr/>
        <p:nvPr/>
      </p:nvGrpSpPr>
      <p:grpSpPr>
        <a:xfrm>
          <a:off x="0" y="0"/>
          <a:ext cx="0" cy="0"/>
          <a:chOff x="0" y="0"/>
          <a:chExt cx="0" cy="0"/>
        </a:xfrm>
      </p:grpSpPr>
      <p:sp>
        <p:nvSpPr>
          <p:cNvPr id="166" name="Google Shape;166;p11"/>
          <p:cNvSpPr txBox="1"/>
          <p:nvPr>
            <p:ph type="title"/>
          </p:nvPr>
        </p:nvSpPr>
        <p:spPr>
          <a:xfrm>
            <a:off x="1141410" y="4304664"/>
            <a:ext cx="9912355"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11"/>
          <p:cNvSpPr/>
          <p:nvPr>
            <p:ph idx="2" type="pic"/>
          </p:nvPr>
        </p:nvSpPr>
        <p:spPr>
          <a:xfrm>
            <a:off x="1141411" y="606426"/>
            <a:ext cx="9912354" cy="3299778"/>
          </a:xfrm>
          <a:prstGeom prst="round2DiagRect">
            <a:avLst>
              <a:gd fmla="val 4860"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168" name="Google Shape;168;p11"/>
          <p:cNvSpPr txBox="1"/>
          <p:nvPr>
            <p:ph idx="1" type="body"/>
          </p:nvPr>
        </p:nvSpPr>
        <p:spPr>
          <a:xfrm>
            <a:off x="1141364" y="5124020"/>
            <a:ext cx="9910859" cy="68247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16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69" name="Google Shape;169;p1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1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72" name="Shape 172"/>
        <p:cNvGrpSpPr/>
        <p:nvPr/>
      </p:nvGrpSpPr>
      <p:grpSpPr>
        <a:xfrm>
          <a:off x="0" y="0"/>
          <a:ext cx="0" cy="0"/>
          <a:chOff x="0" y="0"/>
          <a:chExt cx="0" cy="0"/>
        </a:xfrm>
      </p:grpSpPr>
      <p:sp>
        <p:nvSpPr>
          <p:cNvPr id="173" name="Google Shape;173;p12"/>
          <p:cNvSpPr txBox="1"/>
          <p:nvPr>
            <p:ph type="title"/>
          </p:nvPr>
        </p:nvSpPr>
        <p:spPr>
          <a:xfrm>
            <a:off x="1141456" y="609600"/>
            <a:ext cx="9905955" cy="3429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4" name="Google Shape;174;p12"/>
          <p:cNvSpPr txBox="1"/>
          <p:nvPr>
            <p:ph idx="1" type="body"/>
          </p:nvPr>
        </p:nvSpPr>
        <p:spPr>
          <a:xfrm>
            <a:off x="1141410" y="4419599"/>
            <a:ext cx="9904459" cy="1371599"/>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sz="18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75" name="Google Shape;175;p12"/>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12"/>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2"/>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78" name="Shape 178"/>
        <p:cNvGrpSpPr/>
        <p:nvPr/>
      </p:nvGrpSpPr>
      <p:grpSpPr>
        <a:xfrm>
          <a:off x="0" y="0"/>
          <a:ext cx="0" cy="0"/>
          <a:chOff x="0" y="0"/>
          <a:chExt cx="0" cy="0"/>
        </a:xfrm>
      </p:grpSpPr>
      <p:sp>
        <p:nvSpPr>
          <p:cNvPr id="179" name="Google Shape;179;p13"/>
          <p:cNvSpPr txBox="1"/>
          <p:nvPr>
            <p:ph type="title"/>
          </p:nvPr>
        </p:nvSpPr>
        <p:spPr>
          <a:xfrm>
            <a:off x="1446212" y="609599"/>
            <a:ext cx="9302752" cy="2748429"/>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0" name="Google Shape;180;p13"/>
          <p:cNvSpPr txBox="1"/>
          <p:nvPr>
            <p:ph idx="1" type="body"/>
          </p:nvPr>
        </p:nvSpPr>
        <p:spPr>
          <a:xfrm>
            <a:off x="1720644" y="3365557"/>
            <a:ext cx="8752299" cy="548968"/>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81" name="Google Shape;181;p13"/>
          <p:cNvSpPr txBox="1"/>
          <p:nvPr>
            <p:ph idx="2" type="body"/>
          </p:nvPr>
        </p:nvSpPr>
        <p:spPr>
          <a:xfrm>
            <a:off x="1141411" y="4309919"/>
            <a:ext cx="9906002" cy="1489496"/>
          </a:xfrm>
          <a:prstGeom prst="rect">
            <a:avLst/>
          </a:prstGeom>
          <a:noFill/>
          <a:ln>
            <a:noFill/>
          </a:ln>
        </p:spPr>
        <p:txBody>
          <a:bodyPr anchorCtr="0" anchor="ctr"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sz="18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82" name="Google Shape;182;p13"/>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3" name="Google Shape;183;p13"/>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13"/>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5" name="Google Shape;185;p13"/>
          <p:cNvSpPr txBox="1"/>
          <p:nvPr/>
        </p:nvSpPr>
        <p:spPr>
          <a:xfrm>
            <a:off x="903512" y="732394"/>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Twentieth Century"/>
              <a:buNone/>
            </a:pPr>
            <a:r>
              <a:rPr b="0" lang="en-US" sz="8000" cap="none">
                <a:solidFill>
                  <a:schemeClr val="dk1"/>
                </a:solidFill>
                <a:latin typeface="Twentieth Century"/>
                <a:ea typeface="Twentieth Century"/>
                <a:cs typeface="Twentieth Century"/>
                <a:sym typeface="Twentieth Century"/>
              </a:rPr>
              <a:t>“</a:t>
            </a:r>
            <a:endParaRPr/>
          </a:p>
        </p:txBody>
      </p:sp>
      <p:sp>
        <p:nvSpPr>
          <p:cNvPr id="186" name="Google Shape;186;p13"/>
          <p:cNvSpPr txBox="1"/>
          <p:nvPr/>
        </p:nvSpPr>
        <p:spPr>
          <a:xfrm>
            <a:off x="10537370" y="2764972"/>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8000"/>
              <a:buFont typeface="Twentieth Century"/>
              <a:buNone/>
            </a:pPr>
            <a:r>
              <a:rPr b="0" lang="en-US" sz="8000" cap="none">
                <a:solidFill>
                  <a:schemeClr val="dk1"/>
                </a:solidFill>
                <a:latin typeface="Twentieth Century"/>
                <a:ea typeface="Twentieth Century"/>
                <a:cs typeface="Twentieth Century"/>
                <a:sym typeface="Twentieth Century"/>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87" name="Shape 187"/>
        <p:cNvGrpSpPr/>
        <p:nvPr/>
      </p:nvGrpSpPr>
      <p:grpSpPr>
        <a:xfrm>
          <a:off x="0" y="0"/>
          <a:ext cx="0" cy="0"/>
          <a:chOff x="0" y="0"/>
          <a:chExt cx="0" cy="0"/>
        </a:xfrm>
      </p:grpSpPr>
      <p:sp>
        <p:nvSpPr>
          <p:cNvPr id="188" name="Google Shape;188;p14"/>
          <p:cNvSpPr txBox="1"/>
          <p:nvPr>
            <p:ph type="title"/>
          </p:nvPr>
        </p:nvSpPr>
        <p:spPr>
          <a:xfrm>
            <a:off x="1141410" y="2134041"/>
            <a:ext cx="9906001"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600"/>
              <a:buFont typeface="Twentieth Century"/>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9" name="Google Shape;189;p14"/>
          <p:cNvSpPr txBox="1"/>
          <p:nvPr>
            <p:ph idx="1" type="body"/>
          </p:nvPr>
        </p:nvSpPr>
        <p:spPr>
          <a:xfrm>
            <a:off x="1141364" y="4657655"/>
            <a:ext cx="9904505" cy="1140644"/>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250"/>
              <a:buNone/>
              <a:defRPr sz="1800"/>
            </a:lvl1pPr>
            <a:lvl2pPr indent="-228600" lvl="1" marL="914400" algn="l">
              <a:lnSpc>
                <a:spcPct val="120000"/>
              </a:lnSpc>
              <a:spcBef>
                <a:spcPts val="500"/>
              </a:spcBef>
              <a:spcAft>
                <a:spcPts val="0"/>
              </a:spcAft>
              <a:buClr>
                <a:schemeClr val="dk1"/>
              </a:buClr>
              <a:buSzPts val="1750"/>
              <a:buNone/>
              <a:defRPr sz="1400"/>
            </a:lvl2pPr>
            <a:lvl3pPr indent="-228600" lvl="2" marL="1371600" algn="l">
              <a:lnSpc>
                <a:spcPct val="120000"/>
              </a:lnSpc>
              <a:spcBef>
                <a:spcPts val="500"/>
              </a:spcBef>
              <a:spcAft>
                <a:spcPts val="0"/>
              </a:spcAft>
              <a:buClr>
                <a:schemeClr val="dk1"/>
              </a:buClr>
              <a:buSzPts val="1500"/>
              <a:buNone/>
              <a:defRPr sz="1200"/>
            </a:lvl3pPr>
            <a:lvl4pPr indent="-228600" lvl="3" marL="1828800" algn="l">
              <a:lnSpc>
                <a:spcPct val="120000"/>
              </a:lnSpc>
              <a:spcBef>
                <a:spcPts val="500"/>
              </a:spcBef>
              <a:spcAft>
                <a:spcPts val="0"/>
              </a:spcAft>
              <a:buClr>
                <a:schemeClr val="dk1"/>
              </a:buClr>
              <a:buSzPts val="1250"/>
              <a:buNone/>
              <a:defRPr sz="1000"/>
            </a:lvl4pPr>
            <a:lvl5pPr indent="-228600" lvl="4" marL="2286000" algn="l">
              <a:lnSpc>
                <a:spcPct val="120000"/>
              </a:lnSpc>
              <a:spcBef>
                <a:spcPts val="500"/>
              </a:spcBef>
              <a:spcAft>
                <a:spcPts val="0"/>
              </a:spcAft>
              <a:buClr>
                <a:schemeClr val="dk1"/>
              </a:buClr>
              <a:buSzPts val="1250"/>
              <a:buNone/>
              <a:defRPr sz="1000"/>
            </a:lvl5pPr>
            <a:lvl6pPr indent="-228600" lvl="5" marL="2743200" algn="l">
              <a:lnSpc>
                <a:spcPct val="120000"/>
              </a:lnSpc>
              <a:spcBef>
                <a:spcPts val="500"/>
              </a:spcBef>
              <a:spcAft>
                <a:spcPts val="0"/>
              </a:spcAft>
              <a:buClr>
                <a:schemeClr val="dk1"/>
              </a:buClr>
              <a:buSzPts val="1250"/>
              <a:buNone/>
              <a:defRPr sz="1000"/>
            </a:lvl6pPr>
            <a:lvl7pPr indent="-228600" lvl="6" marL="3200400" algn="l">
              <a:lnSpc>
                <a:spcPct val="120000"/>
              </a:lnSpc>
              <a:spcBef>
                <a:spcPts val="500"/>
              </a:spcBef>
              <a:spcAft>
                <a:spcPts val="0"/>
              </a:spcAft>
              <a:buClr>
                <a:schemeClr val="dk1"/>
              </a:buClr>
              <a:buSzPts val="1250"/>
              <a:buNone/>
              <a:defRPr sz="1000"/>
            </a:lvl7pPr>
            <a:lvl8pPr indent="-228600" lvl="7" marL="3657600" algn="l">
              <a:lnSpc>
                <a:spcPct val="120000"/>
              </a:lnSpc>
              <a:spcBef>
                <a:spcPts val="500"/>
              </a:spcBef>
              <a:spcAft>
                <a:spcPts val="0"/>
              </a:spcAft>
              <a:buClr>
                <a:schemeClr val="dk1"/>
              </a:buClr>
              <a:buSzPts val="1250"/>
              <a:buNone/>
              <a:defRPr sz="1000"/>
            </a:lvl8pPr>
            <a:lvl9pPr indent="-228600" lvl="8" marL="4114800" algn="l">
              <a:lnSpc>
                <a:spcPct val="120000"/>
              </a:lnSpc>
              <a:spcBef>
                <a:spcPts val="500"/>
              </a:spcBef>
              <a:spcAft>
                <a:spcPts val="0"/>
              </a:spcAft>
              <a:buClr>
                <a:schemeClr val="dk1"/>
              </a:buClr>
              <a:buSzPts val="1250"/>
              <a:buNone/>
              <a:defRPr sz="1000"/>
            </a:lvl9pPr>
          </a:lstStyle>
          <a:p/>
        </p:txBody>
      </p:sp>
      <p:sp>
        <p:nvSpPr>
          <p:cNvPr id="190" name="Google Shape;190;p14"/>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4"/>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4"/>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3" name="Shape 193"/>
        <p:cNvGrpSpPr/>
        <p:nvPr/>
      </p:nvGrpSpPr>
      <p:grpSpPr>
        <a:xfrm>
          <a:off x="0" y="0"/>
          <a:ext cx="0" cy="0"/>
          <a:chOff x="0" y="0"/>
          <a:chExt cx="0" cy="0"/>
        </a:xfrm>
      </p:grpSpPr>
      <p:sp>
        <p:nvSpPr>
          <p:cNvPr id="194" name="Google Shape;194;p15"/>
          <p:cNvSpPr txBox="1"/>
          <p:nvPr>
            <p:ph type="title"/>
          </p:nvPr>
        </p:nvSpPr>
        <p:spPr>
          <a:xfrm>
            <a:off x="1141413" y="609600"/>
            <a:ext cx="9905998"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15"/>
          <p:cNvSpPr txBox="1"/>
          <p:nvPr>
            <p:ph idx="1" type="body"/>
          </p:nvPr>
        </p:nvSpPr>
        <p:spPr>
          <a:xfrm>
            <a:off x="1141410" y="2674463"/>
            <a:ext cx="3196899"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96" name="Google Shape;196;p15"/>
          <p:cNvSpPr txBox="1"/>
          <p:nvPr>
            <p:ph idx="2" type="body"/>
          </p:nvPr>
        </p:nvSpPr>
        <p:spPr>
          <a:xfrm>
            <a:off x="1127918" y="3360263"/>
            <a:ext cx="3208735"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197" name="Google Shape;197;p15"/>
          <p:cNvSpPr txBox="1"/>
          <p:nvPr>
            <p:ph idx="3" type="body"/>
          </p:nvPr>
        </p:nvSpPr>
        <p:spPr>
          <a:xfrm>
            <a:off x="4514766" y="2677635"/>
            <a:ext cx="3184385"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198" name="Google Shape;198;p15"/>
          <p:cNvSpPr txBox="1"/>
          <p:nvPr>
            <p:ph idx="4" type="body"/>
          </p:nvPr>
        </p:nvSpPr>
        <p:spPr>
          <a:xfrm>
            <a:off x="4504213" y="3363435"/>
            <a:ext cx="3195830"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199" name="Google Shape;199;p15"/>
          <p:cNvSpPr txBox="1"/>
          <p:nvPr>
            <p:ph idx="5" type="body"/>
          </p:nvPr>
        </p:nvSpPr>
        <p:spPr>
          <a:xfrm>
            <a:off x="7852442" y="2674463"/>
            <a:ext cx="3194968" cy="68580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3000"/>
              <a:buNone/>
              <a:defRPr b="0" sz="24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00" name="Google Shape;200;p15"/>
          <p:cNvSpPr txBox="1"/>
          <p:nvPr>
            <p:ph idx="6" type="body"/>
          </p:nvPr>
        </p:nvSpPr>
        <p:spPr>
          <a:xfrm>
            <a:off x="7852442" y="3360263"/>
            <a:ext cx="3194968" cy="2430936"/>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01" name="Google Shape;201;p15"/>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5"/>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5"/>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4" name="Shape 204"/>
        <p:cNvGrpSpPr/>
        <p:nvPr/>
      </p:nvGrpSpPr>
      <p:grpSpPr>
        <a:xfrm>
          <a:off x="0" y="0"/>
          <a:ext cx="0" cy="0"/>
          <a:chOff x="0" y="0"/>
          <a:chExt cx="0" cy="0"/>
        </a:xfrm>
      </p:grpSpPr>
      <p:sp>
        <p:nvSpPr>
          <p:cNvPr id="205" name="Google Shape;205;p16"/>
          <p:cNvSpPr txBox="1"/>
          <p:nvPr>
            <p:ph type="title"/>
          </p:nvPr>
        </p:nvSpPr>
        <p:spPr>
          <a:xfrm>
            <a:off x="1141411" y="609600"/>
            <a:ext cx="9905999" cy="1905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p16"/>
          <p:cNvSpPr txBox="1"/>
          <p:nvPr>
            <p:ph idx="1" type="body"/>
          </p:nvPr>
        </p:nvSpPr>
        <p:spPr>
          <a:xfrm>
            <a:off x="1141413" y="4404596"/>
            <a:ext cx="319524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sz="20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07" name="Google Shape;207;p16"/>
          <p:cNvSpPr/>
          <p:nvPr>
            <p:ph idx="2" type="pic"/>
          </p:nvPr>
        </p:nvSpPr>
        <p:spPr>
          <a:xfrm>
            <a:off x="1141413" y="2666998"/>
            <a:ext cx="3195240" cy="1524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08" name="Google Shape;208;p16"/>
          <p:cNvSpPr txBox="1"/>
          <p:nvPr>
            <p:ph idx="3" type="body"/>
          </p:nvPr>
        </p:nvSpPr>
        <p:spPr>
          <a:xfrm>
            <a:off x="1141413" y="4980858"/>
            <a:ext cx="3195240" cy="81784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09" name="Google Shape;209;p16"/>
          <p:cNvSpPr txBox="1"/>
          <p:nvPr>
            <p:ph idx="4" type="body"/>
          </p:nvPr>
        </p:nvSpPr>
        <p:spPr>
          <a:xfrm>
            <a:off x="4489053" y="4404596"/>
            <a:ext cx="3200400"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sz="20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10" name="Google Shape;210;p16"/>
          <p:cNvSpPr/>
          <p:nvPr>
            <p:ph idx="5" type="pic"/>
          </p:nvPr>
        </p:nvSpPr>
        <p:spPr>
          <a:xfrm>
            <a:off x="4489053" y="2666998"/>
            <a:ext cx="3198940" cy="1524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1" name="Google Shape;211;p16"/>
          <p:cNvSpPr txBox="1"/>
          <p:nvPr>
            <p:ph idx="6" type="body"/>
          </p:nvPr>
        </p:nvSpPr>
        <p:spPr>
          <a:xfrm>
            <a:off x="4487593" y="4980857"/>
            <a:ext cx="3200400" cy="810342"/>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12" name="Google Shape;212;p16"/>
          <p:cNvSpPr txBox="1"/>
          <p:nvPr>
            <p:ph idx="7" type="body"/>
          </p:nvPr>
        </p:nvSpPr>
        <p:spPr>
          <a:xfrm>
            <a:off x="7852567" y="4404595"/>
            <a:ext cx="3190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500"/>
              <a:buNone/>
              <a:defRPr b="0" sz="2000" cap="none">
                <a:solidFill>
                  <a:schemeClr val="dk1"/>
                </a:solidFill>
              </a:defRPr>
            </a:lvl1pPr>
            <a:lvl2pPr indent="-228600" lvl="1" marL="914400" algn="l">
              <a:lnSpc>
                <a:spcPct val="120000"/>
              </a:lnSpc>
              <a:spcBef>
                <a:spcPts val="500"/>
              </a:spcBef>
              <a:spcAft>
                <a:spcPts val="0"/>
              </a:spcAft>
              <a:buClr>
                <a:schemeClr val="dk1"/>
              </a:buClr>
              <a:buSzPts val="2500"/>
              <a:buNone/>
              <a:defRPr b="1" sz="2000"/>
            </a:lvl2pPr>
            <a:lvl3pPr indent="-228600" lvl="2" marL="1371600" algn="l">
              <a:lnSpc>
                <a:spcPct val="120000"/>
              </a:lnSpc>
              <a:spcBef>
                <a:spcPts val="500"/>
              </a:spcBef>
              <a:spcAft>
                <a:spcPts val="0"/>
              </a:spcAft>
              <a:buClr>
                <a:schemeClr val="dk1"/>
              </a:buClr>
              <a:buSzPts val="2250"/>
              <a:buNone/>
              <a:defRPr b="1" sz="1800"/>
            </a:lvl3pPr>
            <a:lvl4pPr indent="-228600" lvl="3" marL="1828800" algn="l">
              <a:lnSpc>
                <a:spcPct val="120000"/>
              </a:lnSpc>
              <a:spcBef>
                <a:spcPts val="500"/>
              </a:spcBef>
              <a:spcAft>
                <a:spcPts val="0"/>
              </a:spcAft>
              <a:buClr>
                <a:schemeClr val="dk1"/>
              </a:buClr>
              <a:buSzPts val="2000"/>
              <a:buNone/>
              <a:defRPr b="1" sz="1600"/>
            </a:lvl4pPr>
            <a:lvl5pPr indent="-228600" lvl="4" marL="2286000" algn="l">
              <a:lnSpc>
                <a:spcPct val="120000"/>
              </a:lnSpc>
              <a:spcBef>
                <a:spcPts val="500"/>
              </a:spcBef>
              <a:spcAft>
                <a:spcPts val="0"/>
              </a:spcAft>
              <a:buClr>
                <a:schemeClr val="dk1"/>
              </a:buClr>
              <a:buSzPts val="2000"/>
              <a:buNone/>
              <a:defRPr b="1" sz="1600"/>
            </a:lvl5pPr>
            <a:lvl6pPr indent="-228600" lvl="5" marL="2743200" algn="l">
              <a:lnSpc>
                <a:spcPct val="120000"/>
              </a:lnSpc>
              <a:spcBef>
                <a:spcPts val="500"/>
              </a:spcBef>
              <a:spcAft>
                <a:spcPts val="0"/>
              </a:spcAft>
              <a:buClr>
                <a:schemeClr val="dk1"/>
              </a:buClr>
              <a:buSzPts val="2000"/>
              <a:buNone/>
              <a:defRPr b="1" sz="1600"/>
            </a:lvl6pPr>
            <a:lvl7pPr indent="-228600" lvl="6" marL="3200400" algn="l">
              <a:lnSpc>
                <a:spcPct val="120000"/>
              </a:lnSpc>
              <a:spcBef>
                <a:spcPts val="500"/>
              </a:spcBef>
              <a:spcAft>
                <a:spcPts val="0"/>
              </a:spcAft>
              <a:buClr>
                <a:schemeClr val="dk1"/>
              </a:buClr>
              <a:buSzPts val="2000"/>
              <a:buNone/>
              <a:defRPr b="1" sz="1600"/>
            </a:lvl7pPr>
            <a:lvl8pPr indent="-228600" lvl="7" marL="3657600" algn="l">
              <a:lnSpc>
                <a:spcPct val="120000"/>
              </a:lnSpc>
              <a:spcBef>
                <a:spcPts val="500"/>
              </a:spcBef>
              <a:spcAft>
                <a:spcPts val="0"/>
              </a:spcAft>
              <a:buClr>
                <a:schemeClr val="dk1"/>
              </a:buClr>
              <a:buSzPts val="2000"/>
              <a:buNone/>
              <a:defRPr b="1" sz="1600"/>
            </a:lvl8pPr>
            <a:lvl9pPr indent="-228600" lvl="8" marL="4114800" algn="l">
              <a:lnSpc>
                <a:spcPct val="120000"/>
              </a:lnSpc>
              <a:spcBef>
                <a:spcPts val="500"/>
              </a:spcBef>
              <a:spcAft>
                <a:spcPts val="0"/>
              </a:spcAft>
              <a:buClr>
                <a:schemeClr val="dk1"/>
              </a:buClr>
              <a:buSzPts val="2000"/>
              <a:buNone/>
              <a:defRPr b="1" sz="1600"/>
            </a:lvl9pPr>
          </a:lstStyle>
          <a:p/>
        </p:txBody>
      </p:sp>
      <p:sp>
        <p:nvSpPr>
          <p:cNvPr id="213" name="Google Shape;213;p16"/>
          <p:cNvSpPr/>
          <p:nvPr>
            <p:ph idx="8" type="pic"/>
          </p:nvPr>
        </p:nvSpPr>
        <p:spPr>
          <a:xfrm>
            <a:off x="7852442" y="2666998"/>
            <a:ext cx="3194969" cy="1524000"/>
          </a:xfrm>
          <a:prstGeom prst="round2DiagRect">
            <a:avLst>
              <a:gd fmla="val 16667" name="adj1"/>
              <a:gd fmla="val 0" name="adj2"/>
            </a:avLst>
          </a:prstGeom>
          <a:noFill/>
          <a:ln cap="sq" cmpd="sng" w="19050">
            <a:solidFill>
              <a:srgbClr val="3B95DE">
                <a:alpha val="60000"/>
              </a:srgbClr>
            </a:solidFill>
            <a:prstDash val="solid"/>
            <a:miter lim="800000"/>
            <a:headEnd len="sm" w="sm" type="none"/>
            <a:tailEnd len="sm" w="sm" type="none"/>
          </a:ln>
          <a:effectLst>
            <a:outerShdw blurRad="88900" rotWithShape="0" algn="t" dir="5400000" dist="38100">
              <a:srgbClr val="000000">
                <a:alpha val="40000"/>
              </a:srgbClr>
            </a:outerShdw>
          </a:effectLst>
        </p:spPr>
      </p:sp>
      <p:sp>
        <p:nvSpPr>
          <p:cNvPr id="214" name="Google Shape;214;p16"/>
          <p:cNvSpPr txBox="1"/>
          <p:nvPr>
            <p:ph idx="9" type="body"/>
          </p:nvPr>
        </p:nvSpPr>
        <p:spPr>
          <a:xfrm>
            <a:off x="7852442" y="4980854"/>
            <a:ext cx="3194968" cy="810345"/>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1750"/>
              <a:buNone/>
              <a:defRPr sz="1400"/>
            </a:lvl1pPr>
            <a:lvl2pPr indent="-228600" lvl="1" marL="914400" algn="l">
              <a:lnSpc>
                <a:spcPct val="120000"/>
              </a:lnSpc>
              <a:spcBef>
                <a:spcPts val="500"/>
              </a:spcBef>
              <a:spcAft>
                <a:spcPts val="0"/>
              </a:spcAft>
              <a:buClr>
                <a:schemeClr val="dk1"/>
              </a:buClr>
              <a:buSzPts val="1500"/>
              <a:buNone/>
              <a:defRPr sz="1200"/>
            </a:lvl2pPr>
            <a:lvl3pPr indent="-228600" lvl="2" marL="1371600" algn="l">
              <a:lnSpc>
                <a:spcPct val="120000"/>
              </a:lnSpc>
              <a:spcBef>
                <a:spcPts val="500"/>
              </a:spcBef>
              <a:spcAft>
                <a:spcPts val="0"/>
              </a:spcAft>
              <a:buClr>
                <a:schemeClr val="dk1"/>
              </a:buClr>
              <a:buSzPts val="1250"/>
              <a:buNone/>
              <a:defRPr sz="1000"/>
            </a:lvl3pPr>
            <a:lvl4pPr indent="-228600" lvl="3" marL="1828800" algn="l">
              <a:lnSpc>
                <a:spcPct val="120000"/>
              </a:lnSpc>
              <a:spcBef>
                <a:spcPts val="500"/>
              </a:spcBef>
              <a:spcAft>
                <a:spcPts val="0"/>
              </a:spcAft>
              <a:buClr>
                <a:schemeClr val="dk1"/>
              </a:buClr>
              <a:buSzPts val="1125"/>
              <a:buNone/>
              <a:defRPr sz="900"/>
            </a:lvl4pPr>
            <a:lvl5pPr indent="-228600" lvl="4" marL="2286000" algn="l">
              <a:lnSpc>
                <a:spcPct val="120000"/>
              </a:lnSpc>
              <a:spcBef>
                <a:spcPts val="500"/>
              </a:spcBef>
              <a:spcAft>
                <a:spcPts val="0"/>
              </a:spcAft>
              <a:buClr>
                <a:schemeClr val="dk1"/>
              </a:buClr>
              <a:buSzPts val="1125"/>
              <a:buNone/>
              <a:defRPr sz="900"/>
            </a:lvl5pPr>
            <a:lvl6pPr indent="-228600" lvl="5" marL="2743200" algn="l">
              <a:lnSpc>
                <a:spcPct val="120000"/>
              </a:lnSpc>
              <a:spcBef>
                <a:spcPts val="500"/>
              </a:spcBef>
              <a:spcAft>
                <a:spcPts val="0"/>
              </a:spcAft>
              <a:buClr>
                <a:schemeClr val="dk1"/>
              </a:buClr>
              <a:buSzPts val="1125"/>
              <a:buNone/>
              <a:defRPr sz="900"/>
            </a:lvl6pPr>
            <a:lvl7pPr indent="-228600" lvl="6" marL="3200400" algn="l">
              <a:lnSpc>
                <a:spcPct val="120000"/>
              </a:lnSpc>
              <a:spcBef>
                <a:spcPts val="500"/>
              </a:spcBef>
              <a:spcAft>
                <a:spcPts val="0"/>
              </a:spcAft>
              <a:buClr>
                <a:schemeClr val="dk1"/>
              </a:buClr>
              <a:buSzPts val="1125"/>
              <a:buNone/>
              <a:defRPr sz="900"/>
            </a:lvl7pPr>
            <a:lvl8pPr indent="-228600" lvl="7" marL="3657600" algn="l">
              <a:lnSpc>
                <a:spcPct val="120000"/>
              </a:lnSpc>
              <a:spcBef>
                <a:spcPts val="500"/>
              </a:spcBef>
              <a:spcAft>
                <a:spcPts val="0"/>
              </a:spcAft>
              <a:buClr>
                <a:schemeClr val="dk1"/>
              </a:buClr>
              <a:buSzPts val="1125"/>
              <a:buNone/>
              <a:defRPr sz="900"/>
            </a:lvl8pPr>
            <a:lvl9pPr indent="-228600" lvl="8" marL="4114800" algn="l">
              <a:lnSpc>
                <a:spcPct val="120000"/>
              </a:lnSpc>
              <a:spcBef>
                <a:spcPts val="500"/>
              </a:spcBef>
              <a:spcAft>
                <a:spcPts val="0"/>
              </a:spcAft>
              <a:buClr>
                <a:schemeClr val="dk1"/>
              </a:buClr>
              <a:buSzPts val="1125"/>
              <a:buNone/>
              <a:defRPr sz="900"/>
            </a:lvl9pPr>
          </a:lstStyle>
          <a:p/>
        </p:txBody>
      </p:sp>
      <p:sp>
        <p:nvSpPr>
          <p:cNvPr id="215" name="Google Shape;215;p16"/>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16"/>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16"/>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p17"/>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17"/>
          <p:cNvSpPr txBox="1"/>
          <p:nvPr>
            <p:ph idx="1" type="body"/>
          </p:nvPr>
        </p:nvSpPr>
        <p:spPr>
          <a:xfrm rot="5400000">
            <a:off x="4323555" y="-932655"/>
            <a:ext cx="3541714" cy="9905999"/>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21" name="Google Shape;221;p17"/>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17"/>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17"/>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p18"/>
          <p:cNvSpPr txBox="1"/>
          <p:nvPr>
            <p:ph type="title"/>
          </p:nvPr>
        </p:nvSpPr>
        <p:spPr>
          <a:xfrm rot="5400000">
            <a:off x="7454105" y="2197894"/>
            <a:ext cx="5181601" cy="200501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p18"/>
          <p:cNvSpPr txBox="1"/>
          <p:nvPr>
            <p:ph idx="1" type="body"/>
          </p:nvPr>
        </p:nvSpPr>
        <p:spPr>
          <a:xfrm rot="5400000">
            <a:off x="2424905" y="-673895"/>
            <a:ext cx="5181601" cy="7748590"/>
          </a:xfrm>
          <a:prstGeom prst="rect">
            <a:avLst/>
          </a:prstGeom>
          <a:noFill/>
          <a:ln>
            <a:noFill/>
          </a:ln>
        </p:spPr>
        <p:txBody>
          <a:bodyPr anchorCtr="0" anchor="t" bIns="45700" lIns="91425" spcFirstLastPara="1" rIns="91425" wrap="square" tIns="45700">
            <a:normAutofit/>
          </a:bodyPr>
          <a:lstStyle>
            <a:lvl1pPr indent="-371475" lvl="0" marL="457200" algn="l">
              <a:lnSpc>
                <a:spcPct val="120000"/>
              </a:lnSpc>
              <a:spcBef>
                <a:spcPts val="1000"/>
              </a:spcBef>
              <a:spcAft>
                <a:spcPts val="0"/>
              </a:spcAft>
              <a:buClr>
                <a:schemeClr val="dk1"/>
              </a:buClr>
              <a:buSzPts val="2250"/>
              <a:buChar char="•"/>
              <a:defRPr/>
            </a:lvl1pPr>
            <a:lvl2pPr indent="-371475" lvl="1" marL="914400" algn="l">
              <a:lnSpc>
                <a:spcPct val="120000"/>
              </a:lnSpc>
              <a:spcBef>
                <a:spcPts val="500"/>
              </a:spcBef>
              <a:spcAft>
                <a:spcPts val="0"/>
              </a:spcAft>
              <a:buClr>
                <a:schemeClr val="dk1"/>
              </a:buClr>
              <a:buSzPts val="2250"/>
              <a:buChar char="•"/>
              <a:defRPr/>
            </a:lvl2pPr>
            <a:lvl3pPr indent="-371475" lvl="2" marL="1371600" algn="l">
              <a:lnSpc>
                <a:spcPct val="120000"/>
              </a:lnSpc>
              <a:spcBef>
                <a:spcPts val="500"/>
              </a:spcBef>
              <a:spcAft>
                <a:spcPts val="0"/>
              </a:spcAft>
              <a:buClr>
                <a:schemeClr val="dk1"/>
              </a:buClr>
              <a:buSzPts val="2250"/>
              <a:buChar char="•"/>
              <a:defRPr/>
            </a:lvl3pPr>
            <a:lvl4pPr indent="-371475" lvl="3" marL="1828800" algn="l">
              <a:lnSpc>
                <a:spcPct val="120000"/>
              </a:lnSpc>
              <a:spcBef>
                <a:spcPts val="500"/>
              </a:spcBef>
              <a:spcAft>
                <a:spcPts val="0"/>
              </a:spcAft>
              <a:buClr>
                <a:schemeClr val="dk1"/>
              </a:buClr>
              <a:buSzPts val="2250"/>
              <a:buChar char="•"/>
              <a:defRPr/>
            </a:lvl4pPr>
            <a:lvl5pPr indent="-371475" lvl="4" marL="2286000" algn="l">
              <a:lnSpc>
                <a:spcPct val="120000"/>
              </a:lnSpc>
              <a:spcBef>
                <a:spcPts val="500"/>
              </a:spcBef>
              <a:spcAft>
                <a:spcPts val="0"/>
              </a:spcAft>
              <a:buClr>
                <a:schemeClr val="dk1"/>
              </a:buClr>
              <a:buSzPts val="2250"/>
              <a:buChar char="•"/>
              <a:defRPr/>
            </a:lvl5pPr>
            <a:lvl6pPr indent="-371475" lvl="5" marL="2743200" algn="l">
              <a:lnSpc>
                <a:spcPct val="120000"/>
              </a:lnSpc>
              <a:spcBef>
                <a:spcPts val="500"/>
              </a:spcBef>
              <a:spcAft>
                <a:spcPts val="0"/>
              </a:spcAft>
              <a:buClr>
                <a:schemeClr val="dk1"/>
              </a:buClr>
              <a:buSzPts val="2250"/>
              <a:buChar char="•"/>
              <a:defRPr/>
            </a:lvl6pPr>
            <a:lvl7pPr indent="-371475" lvl="6" marL="3200400" algn="l">
              <a:lnSpc>
                <a:spcPct val="120000"/>
              </a:lnSpc>
              <a:spcBef>
                <a:spcPts val="500"/>
              </a:spcBef>
              <a:spcAft>
                <a:spcPts val="0"/>
              </a:spcAft>
              <a:buClr>
                <a:schemeClr val="dk1"/>
              </a:buClr>
              <a:buSzPts val="2250"/>
              <a:buChar char="•"/>
              <a:defRPr/>
            </a:lvl7pPr>
            <a:lvl8pPr indent="-371475" lvl="7" marL="3657600" algn="l">
              <a:lnSpc>
                <a:spcPct val="120000"/>
              </a:lnSpc>
              <a:spcBef>
                <a:spcPts val="500"/>
              </a:spcBef>
              <a:spcAft>
                <a:spcPts val="0"/>
              </a:spcAft>
              <a:buClr>
                <a:schemeClr val="dk1"/>
              </a:buClr>
              <a:buSzPts val="2250"/>
              <a:buChar char="•"/>
              <a:defRPr/>
            </a:lvl8pPr>
            <a:lvl9pPr indent="-371475" lvl="8" marL="4114800" algn="l">
              <a:lnSpc>
                <a:spcPct val="120000"/>
              </a:lnSpc>
              <a:spcBef>
                <a:spcPts val="500"/>
              </a:spcBef>
              <a:spcAft>
                <a:spcPts val="0"/>
              </a:spcAft>
              <a:buClr>
                <a:schemeClr val="dk1"/>
              </a:buClr>
              <a:buSzPts val="2250"/>
              <a:buChar char="•"/>
              <a:defRPr/>
            </a:lvl9pPr>
          </a:lstStyle>
          <a:p/>
        </p:txBody>
      </p:sp>
      <p:sp>
        <p:nvSpPr>
          <p:cNvPr id="227" name="Google Shape;227;p18"/>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18"/>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p18"/>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slideLayout" Target="../slideLayouts/slideLayout17.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pic>
        <p:nvPicPr>
          <p:cNvPr descr="\\DROBO-FS\QuickDrops\JB\PPTX NG\Droplets\LightingOverlay.png" id="6" name="Google Shape;6;p1"/>
          <p:cNvPicPr preferRelativeResize="0"/>
          <p:nvPr/>
        </p:nvPicPr>
        <p:blipFill rotWithShape="1">
          <a:blip r:embed="rId2">
            <a:alphaModFix amt="30000"/>
          </a:blip>
          <a:srcRect b="0" l="0" r="0" t="0"/>
          <a:stretch/>
        </p:blipFill>
        <p:spPr>
          <a:xfrm>
            <a:off x="0" y="-1"/>
            <a:ext cx="12192003" cy="6858001"/>
          </a:xfrm>
          <a:prstGeom prst="rect">
            <a:avLst/>
          </a:prstGeom>
          <a:noFill/>
          <a:ln>
            <a:noFill/>
          </a:ln>
        </p:spPr>
      </p:pic>
      <p:grpSp>
        <p:nvGrpSpPr>
          <p:cNvPr id="7" name="Google Shape;7;p1"/>
          <p:cNvGrpSpPr/>
          <p:nvPr/>
        </p:nvGrpSpPr>
        <p:grpSpPr>
          <a:xfrm>
            <a:off x="-14288" y="0"/>
            <a:ext cx="12053888" cy="6858001"/>
            <a:chOff x="-14288" y="0"/>
            <a:chExt cx="12053888" cy="6858001"/>
          </a:xfrm>
        </p:grpSpPr>
        <p:grpSp>
          <p:nvGrpSpPr>
            <p:cNvPr id="8" name="Google Shape;8;p1"/>
            <p:cNvGrpSpPr/>
            <p:nvPr/>
          </p:nvGrpSpPr>
          <p:grpSpPr>
            <a:xfrm>
              <a:off x="-14288" y="0"/>
              <a:ext cx="1220788" cy="6858001"/>
              <a:chOff x="-14288" y="0"/>
              <a:chExt cx="1220788" cy="6858001"/>
            </a:xfrm>
          </p:grpSpPr>
          <p:sp>
            <p:nvSpPr>
              <p:cNvPr id="9" name="Google Shape;9;p1"/>
              <p:cNvSpPr/>
              <p:nvPr/>
            </p:nvSpPr>
            <p:spPr>
              <a:xfrm>
                <a:off x="114300" y="4763"/>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
              <p:cNvSpPr/>
              <p:nvPr/>
            </p:nvSpPr>
            <p:spPr>
              <a:xfrm>
                <a:off x="33337" y="217646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a:off x="28575" y="4021138"/>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
              <p:cNvSpPr/>
              <p:nvPr/>
            </p:nvSpPr>
            <p:spPr>
              <a:xfrm>
                <a:off x="200025" y="4763"/>
                <a:ext cx="369888" cy="1811338"/>
              </a:xfrm>
              <a:custGeom>
                <a:rect b="b" l="l" r="r" t="t"/>
                <a:pathLst>
                  <a:path extrusionOk="0" h="1141" w="233">
                    <a:moveTo>
                      <a:pt x="218" y="1141"/>
                    </a:moveTo>
                    <a:lnTo>
                      <a:pt x="0" y="626"/>
                    </a:lnTo>
                    <a:lnTo>
                      <a:pt x="0" y="0"/>
                    </a:lnTo>
                    <a:lnTo>
                      <a:pt x="15" y="0"/>
                    </a:lnTo>
                    <a:lnTo>
                      <a:pt x="15" y="623"/>
                    </a:lnTo>
                    <a:lnTo>
                      <a:pt x="233" y="1135"/>
                    </a:lnTo>
                    <a:lnTo>
                      <a:pt x="218" y="1141"/>
                    </a:lnTo>
                    <a:close/>
                  </a:path>
                </a:pathLst>
              </a:custGeom>
              <a:gradFill>
                <a:gsLst>
                  <a:gs pos="0">
                    <a:schemeClr val="dk2"/>
                  </a:gs>
                  <a:gs pos="100000">
                    <a:srgbClr val="B3FFFF"/>
                  </a:gs>
                </a:gsLst>
                <a:lin ang="5400000" scaled="0"/>
              </a:gradFill>
              <a:ln>
                <a:noFill/>
              </a:ln>
            </p:spPr>
          </p:sp>
          <p:sp>
            <p:nvSpPr>
              <p:cNvPr id="13" name="Google Shape;13;p1"/>
              <p:cNvSpPr/>
              <p:nvPr/>
            </p:nvSpPr>
            <p:spPr>
              <a:xfrm>
                <a:off x="503237" y="1801813"/>
                <a:ext cx="190500" cy="188913"/>
              </a:xfrm>
              <a:custGeom>
                <a:rect b="b" l="l" r="r" t="t"/>
                <a:pathLst>
                  <a:path extrusionOk="0" h="40" w="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
              <p:cNvSpPr/>
              <p:nvPr/>
            </p:nvSpPr>
            <p:spPr>
              <a:xfrm>
                <a:off x="285750" y="4763"/>
                <a:ext cx="369888" cy="1430338"/>
              </a:xfrm>
              <a:custGeom>
                <a:rect b="b" l="l" r="r" t="t"/>
                <a:pathLst>
                  <a:path extrusionOk="0" h="901" w="233">
                    <a:moveTo>
                      <a:pt x="221" y="901"/>
                    </a:moveTo>
                    <a:lnTo>
                      <a:pt x="0" y="383"/>
                    </a:lnTo>
                    <a:lnTo>
                      <a:pt x="0" y="0"/>
                    </a:lnTo>
                    <a:lnTo>
                      <a:pt x="18" y="0"/>
                    </a:lnTo>
                    <a:lnTo>
                      <a:pt x="18" y="380"/>
                    </a:lnTo>
                    <a:lnTo>
                      <a:pt x="233" y="895"/>
                    </a:lnTo>
                    <a:lnTo>
                      <a:pt x="221" y="901"/>
                    </a:lnTo>
                    <a:close/>
                  </a:path>
                </a:pathLst>
              </a:custGeom>
              <a:gradFill>
                <a:gsLst>
                  <a:gs pos="0">
                    <a:schemeClr val="dk2"/>
                  </a:gs>
                  <a:gs pos="100000">
                    <a:srgbClr val="B3FFFF"/>
                  </a:gs>
                </a:gsLst>
                <a:lin ang="5400000" scaled="0"/>
              </a:gradFill>
              <a:ln>
                <a:noFill/>
              </a:ln>
            </p:spPr>
          </p:sp>
          <p:sp>
            <p:nvSpPr>
              <p:cNvPr id="15" name="Google Shape;15;p1"/>
              <p:cNvSpPr/>
              <p:nvPr/>
            </p:nvSpPr>
            <p:spPr>
              <a:xfrm>
                <a:off x="546100" y="0"/>
                <a:ext cx="152400" cy="912813"/>
              </a:xfrm>
              <a:custGeom>
                <a:rect b="b" l="l" r="r" t="t"/>
                <a:pathLst>
                  <a:path extrusionOk="0" h="575" w="96">
                    <a:moveTo>
                      <a:pt x="96" y="575"/>
                    </a:moveTo>
                    <a:lnTo>
                      <a:pt x="78" y="575"/>
                    </a:lnTo>
                    <a:lnTo>
                      <a:pt x="78" y="192"/>
                    </a:lnTo>
                    <a:lnTo>
                      <a:pt x="0" y="6"/>
                    </a:lnTo>
                    <a:lnTo>
                      <a:pt x="15" y="0"/>
                    </a:lnTo>
                    <a:lnTo>
                      <a:pt x="96" y="189"/>
                    </a:lnTo>
                    <a:lnTo>
                      <a:pt x="96" y="575"/>
                    </a:lnTo>
                    <a:close/>
                  </a:path>
                </a:pathLst>
              </a:custGeom>
              <a:gradFill>
                <a:gsLst>
                  <a:gs pos="0">
                    <a:schemeClr val="dk2"/>
                  </a:gs>
                  <a:gs pos="100000">
                    <a:srgbClr val="B3FFFF"/>
                  </a:gs>
                </a:gsLst>
                <a:lin ang="5400000" scaled="0"/>
              </a:gradFill>
              <a:ln>
                <a:noFill/>
              </a:ln>
            </p:spPr>
          </p:sp>
          <p:sp>
            <p:nvSpPr>
              <p:cNvPr id="16" name="Google Shape;16;p1"/>
              <p:cNvSpPr/>
              <p:nvPr/>
            </p:nvSpPr>
            <p:spPr>
              <a:xfrm>
                <a:off x="588962" y="1420813"/>
                <a:ext cx="190500" cy="190500"/>
              </a:xfrm>
              <a:custGeom>
                <a:rect b="b" l="l" r="r" t="t"/>
                <a:pathLst>
                  <a:path extrusionOk="0" h="40" w="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588962" y="9032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41350" y="0"/>
                <a:ext cx="422275" cy="527050"/>
              </a:xfrm>
              <a:custGeom>
                <a:rect b="b" l="l" r="r" t="t"/>
                <a:pathLst>
                  <a:path extrusionOk="0" h="332" w="266">
                    <a:moveTo>
                      <a:pt x="257" y="332"/>
                    </a:moveTo>
                    <a:lnTo>
                      <a:pt x="48" y="123"/>
                    </a:lnTo>
                    <a:lnTo>
                      <a:pt x="0" y="6"/>
                    </a:lnTo>
                    <a:lnTo>
                      <a:pt x="15" y="0"/>
                    </a:lnTo>
                    <a:lnTo>
                      <a:pt x="63" y="114"/>
                    </a:lnTo>
                    <a:lnTo>
                      <a:pt x="266" y="320"/>
                    </a:lnTo>
                    <a:lnTo>
                      <a:pt x="257" y="332"/>
                    </a:lnTo>
                    <a:close/>
                  </a:path>
                </a:pathLst>
              </a:custGeom>
              <a:gradFill>
                <a:gsLst>
                  <a:gs pos="0">
                    <a:schemeClr val="dk2"/>
                  </a:gs>
                  <a:gs pos="100000">
                    <a:srgbClr val="B3FFFF"/>
                  </a:gs>
                </a:gsLst>
                <a:lin ang="5400000" scaled="0"/>
              </a:gradFill>
              <a:ln>
                <a:noFill/>
              </a:ln>
            </p:spPr>
          </p:sp>
          <p:sp>
            <p:nvSpPr>
              <p:cNvPr id="19" name="Google Shape;19;p1"/>
              <p:cNvSpPr/>
              <p:nvPr/>
            </p:nvSpPr>
            <p:spPr>
              <a:xfrm>
                <a:off x="1020762" y="488950"/>
                <a:ext cx="161925" cy="147638"/>
              </a:xfrm>
              <a:custGeom>
                <a:rect b="b" l="l" r="r" t="t"/>
                <a:pathLst>
                  <a:path extrusionOk="0" h="31" w="34">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 name="Google Shape;20;p1"/>
              <p:cNvCxnSpPr/>
              <p:nvPr/>
            </p:nvCxnSpPr>
            <p:spPr>
              <a:xfrm>
                <a:off x="-4763" y="9525"/>
                <a:ext cx="0" cy="0"/>
              </a:xfrm>
              <a:prstGeom prst="straightConnector1">
                <a:avLst/>
              </a:prstGeom>
              <a:gradFill>
                <a:gsLst>
                  <a:gs pos="0">
                    <a:schemeClr val="dk2"/>
                  </a:gs>
                  <a:gs pos="100000">
                    <a:srgbClr val="B3FFFF"/>
                  </a:gs>
                </a:gsLst>
                <a:lin ang="5400000" scaled="0"/>
              </a:gradFill>
              <a:ln cap="flat" cmpd="sng" w="9525">
                <a:solidFill>
                  <a:srgbClr val="FFFFFF"/>
                </a:solidFill>
                <a:prstDash val="solid"/>
                <a:miter lim="800000"/>
                <a:headEnd len="med" w="med" type="none"/>
                <a:tailEnd len="med" w="med" type="none"/>
              </a:ln>
            </p:spPr>
          </p:cxnSp>
          <p:sp>
            <p:nvSpPr>
              <p:cNvPr id="21" name="Google Shape;21;p1"/>
              <p:cNvSpPr/>
              <p:nvPr/>
            </p:nvSpPr>
            <p:spPr>
              <a:xfrm>
                <a:off x="9525" y="1801813"/>
                <a:ext cx="123825" cy="127000"/>
              </a:xfrm>
              <a:custGeom>
                <a:rect b="b" l="l" r="r" t="t"/>
                <a:pathLst>
                  <a:path extrusionOk="0" h="80" w="78">
                    <a:moveTo>
                      <a:pt x="6" y="80"/>
                    </a:moveTo>
                    <a:lnTo>
                      <a:pt x="0" y="71"/>
                    </a:lnTo>
                    <a:lnTo>
                      <a:pt x="69" y="0"/>
                    </a:lnTo>
                    <a:lnTo>
                      <a:pt x="78" y="9"/>
                    </a:lnTo>
                    <a:lnTo>
                      <a:pt x="6" y="80"/>
                    </a:lnTo>
                    <a:close/>
                  </a:path>
                </a:pathLst>
              </a:custGeom>
              <a:gradFill>
                <a:gsLst>
                  <a:gs pos="0">
                    <a:schemeClr val="dk2"/>
                  </a:gs>
                  <a:gs pos="100000">
                    <a:srgbClr val="B3FFFF"/>
                  </a:gs>
                </a:gsLst>
                <a:lin ang="5400000" scaled="0"/>
              </a:gradFill>
              <a:ln>
                <a:noFill/>
              </a:ln>
            </p:spPr>
          </p:sp>
          <p:sp>
            <p:nvSpPr>
              <p:cNvPr id="22" name="Google Shape;22;p1"/>
              <p:cNvSpPr/>
              <p:nvPr/>
            </p:nvSpPr>
            <p:spPr>
              <a:xfrm>
                <a:off x="-9525" y="3549650"/>
                <a:ext cx="147638" cy="481013"/>
              </a:xfrm>
              <a:custGeom>
                <a:rect b="b" l="l" r="r" t="t"/>
                <a:pathLst>
                  <a:path extrusionOk="0" h="303" w="93">
                    <a:moveTo>
                      <a:pt x="93" y="303"/>
                    </a:moveTo>
                    <a:lnTo>
                      <a:pt x="78" y="303"/>
                    </a:lnTo>
                    <a:lnTo>
                      <a:pt x="78" y="78"/>
                    </a:lnTo>
                    <a:lnTo>
                      <a:pt x="0" y="12"/>
                    </a:lnTo>
                    <a:lnTo>
                      <a:pt x="12" y="0"/>
                    </a:lnTo>
                    <a:lnTo>
                      <a:pt x="93" y="69"/>
                    </a:lnTo>
                    <a:lnTo>
                      <a:pt x="93" y="303"/>
                    </a:lnTo>
                    <a:close/>
                  </a:path>
                </a:pathLst>
              </a:custGeom>
              <a:gradFill>
                <a:gsLst>
                  <a:gs pos="0">
                    <a:schemeClr val="dk2"/>
                  </a:gs>
                  <a:gs pos="100000">
                    <a:srgbClr val="B3FFFF"/>
                  </a:gs>
                </a:gsLst>
                <a:lin ang="5400000" scaled="0"/>
              </a:gradFill>
              <a:ln>
                <a:noFill/>
              </a:ln>
            </p:spPr>
          </p:sp>
          <p:sp>
            <p:nvSpPr>
              <p:cNvPr id="23" name="Google Shape;23;p1"/>
              <p:cNvSpPr/>
              <p:nvPr/>
            </p:nvSpPr>
            <p:spPr>
              <a:xfrm>
                <a:off x="128587" y="1382713"/>
                <a:ext cx="142875" cy="476250"/>
              </a:xfrm>
              <a:custGeom>
                <a:rect b="b" l="l" r="r" t="t"/>
                <a:pathLst>
                  <a:path extrusionOk="0" h="300" w="90">
                    <a:moveTo>
                      <a:pt x="90" y="300"/>
                    </a:moveTo>
                    <a:lnTo>
                      <a:pt x="78" y="300"/>
                    </a:lnTo>
                    <a:lnTo>
                      <a:pt x="78" y="84"/>
                    </a:lnTo>
                    <a:lnTo>
                      <a:pt x="0" y="9"/>
                    </a:lnTo>
                    <a:lnTo>
                      <a:pt x="9" y="0"/>
                    </a:lnTo>
                    <a:lnTo>
                      <a:pt x="90" y="81"/>
                    </a:lnTo>
                    <a:lnTo>
                      <a:pt x="90" y="300"/>
                    </a:lnTo>
                    <a:close/>
                  </a:path>
                </a:pathLst>
              </a:custGeom>
              <a:gradFill>
                <a:gsLst>
                  <a:gs pos="0">
                    <a:schemeClr val="dk2"/>
                  </a:gs>
                  <a:gs pos="100000">
                    <a:srgbClr val="B3FFFF"/>
                  </a:gs>
                </a:gsLst>
                <a:lin ang="5400000" scaled="0"/>
              </a:gradFill>
              <a:ln>
                <a:noFill/>
              </a:ln>
            </p:spPr>
          </p:sp>
          <p:sp>
            <p:nvSpPr>
              <p:cNvPr id="24" name="Google Shape;24;p1"/>
              <p:cNvSpPr/>
              <p:nvPr/>
            </p:nvSpPr>
            <p:spPr>
              <a:xfrm>
                <a:off x="204787" y="1849438"/>
                <a:ext cx="114300" cy="107950"/>
              </a:xfrm>
              <a:custGeom>
                <a:rect b="b" l="l" r="r" t="t"/>
                <a:pathLst>
                  <a:path extrusionOk="0" h="23" w="24">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133350" y="4662488"/>
                <a:ext cx="23813" cy="2181225"/>
              </a:xfrm>
              <a:prstGeom prst="rect">
                <a:avLst/>
              </a:pr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223837" y="5041900"/>
                <a:ext cx="369888" cy="1801813"/>
              </a:xfrm>
              <a:custGeom>
                <a:rect b="b" l="l" r="r" t="t"/>
                <a:pathLst>
                  <a:path extrusionOk="0" h="1135" w="233">
                    <a:moveTo>
                      <a:pt x="15" y="1135"/>
                    </a:moveTo>
                    <a:lnTo>
                      <a:pt x="0" y="1135"/>
                    </a:lnTo>
                    <a:lnTo>
                      <a:pt x="0" y="515"/>
                    </a:lnTo>
                    <a:lnTo>
                      <a:pt x="0" y="512"/>
                    </a:lnTo>
                    <a:lnTo>
                      <a:pt x="218" y="0"/>
                    </a:lnTo>
                    <a:lnTo>
                      <a:pt x="233" y="6"/>
                    </a:lnTo>
                    <a:lnTo>
                      <a:pt x="15" y="518"/>
                    </a:lnTo>
                    <a:lnTo>
                      <a:pt x="15" y="1135"/>
                    </a:lnTo>
                    <a:close/>
                  </a:path>
                </a:pathLst>
              </a:custGeom>
              <a:gradFill>
                <a:gsLst>
                  <a:gs pos="0">
                    <a:schemeClr val="dk2"/>
                  </a:gs>
                  <a:gs pos="100000">
                    <a:srgbClr val="B3FFFF"/>
                  </a:gs>
                </a:gsLst>
                <a:lin ang="5400000" scaled="0"/>
              </a:gradFill>
              <a:ln>
                <a:noFill/>
              </a:ln>
            </p:spPr>
          </p:sp>
          <p:sp>
            <p:nvSpPr>
              <p:cNvPr id="27" name="Google Shape;27;p1"/>
              <p:cNvSpPr/>
              <p:nvPr/>
            </p:nvSpPr>
            <p:spPr>
              <a:xfrm>
                <a:off x="52387" y="44815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
              <p:cNvSpPr/>
              <p:nvPr/>
            </p:nvSpPr>
            <p:spPr>
              <a:xfrm>
                <a:off x="-14288" y="5627688"/>
                <a:ext cx="85725" cy="1216025"/>
              </a:xfrm>
              <a:custGeom>
                <a:rect b="b" l="l" r="r" t="t"/>
                <a:pathLst>
                  <a:path extrusionOk="0" h="766" w="54">
                    <a:moveTo>
                      <a:pt x="54" y="766"/>
                    </a:moveTo>
                    <a:lnTo>
                      <a:pt x="36" y="766"/>
                    </a:lnTo>
                    <a:lnTo>
                      <a:pt x="36" y="149"/>
                    </a:lnTo>
                    <a:lnTo>
                      <a:pt x="0" y="3"/>
                    </a:lnTo>
                    <a:lnTo>
                      <a:pt x="18" y="0"/>
                    </a:lnTo>
                    <a:lnTo>
                      <a:pt x="54" y="146"/>
                    </a:lnTo>
                    <a:lnTo>
                      <a:pt x="54" y="766"/>
                    </a:lnTo>
                    <a:close/>
                  </a:path>
                </a:pathLst>
              </a:custGeom>
              <a:gradFill>
                <a:gsLst>
                  <a:gs pos="0">
                    <a:schemeClr val="dk2"/>
                  </a:gs>
                  <a:gs pos="100000">
                    <a:srgbClr val="B3FFFF"/>
                  </a:gs>
                </a:gsLst>
                <a:lin ang="5400000" scaled="0"/>
              </a:gradFill>
              <a:ln>
                <a:noFill/>
              </a:ln>
            </p:spPr>
          </p:sp>
          <p:sp>
            <p:nvSpPr>
              <p:cNvPr id="29" name="Google Shape;29;p1"/>
              <p:cNvSpPr/>
              <p:nvPr/>
            </p:nvSpPr>
            <p:spPr>
              <a:xfrm>
                <a:off x="527050" y="48672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
              <p:cNvSpPr/>
              <p:nvPr/>
            </p:nvSpPr>
            <p:spPr>
              <a:xfrm>
                <a:off x="309562" y="5422900"/>
                <a:ext cx="374650" cy="1425575"/>
              </a:xfrm>
              <a:custGeom>
                <a:rect b="b" l="l" r="r" t="t"/>
                <a:pathLst>
                  <a:path extrusionOk="0" h="898" w="236">
                    <a:moveTo>
                      <a:pt x="18" y="898"/>
                    </a:moveTo>
                    <a:lnTo>
                      <a:pt x="0" y="898"/>
                    </a:lnTo>
                    <a:lnTo>
                      <a:pt x="0" y="515"/>
                    </a:lnTo>
                    <a:lnTo>
                      <a:pt x="3" y="512"/>
                    </a:lnTo>
                    <a:lnTo>
                      <a:pt x="221" y="0"/>
                    </a:lnTo>
                    <a:lnTo>
                      <a:pt x="236" y="6"/>
                    </a:lnTo>
                    <a:lnTo>
                      <a:pt x="18" y="518"/>
                    </a:lnTo>
                    <a:lnTo>
                      <a:pt x="18" y="898"/>
                    </a:lnTo>
                    <a:close/>
                  </a:path>
                </a:pathLst>
              </a:custGeom>
              <a:gradFill>
                <a:gsLst>
                  <a:gs pos="0">
                    <a:schemeClr val="dk2"/>
                  </a:gs>
                  <a:gs pos="100000">
                    <a:srgbClr val="B3FFFF"/>
                  </a:gs>
                </a:gsLst>
                <a:lin ang="5400000" scaled="0"/>
              </a:gradFill>
              <a:ln>
                <a:noFill/>
              </a:ln>
            </p:spPr>
          </p:sp>
          <p:sp>
            <p:nvSpPr>
              <p:cNvPr id="31" name="Google Shape;31;p1"/>
              <p:cNvSpPr/>
              <p:nvPr/>
            </p:nvSpPr>
            <p:spPr>
              <a:xfrm>
                <a:off x="569912" y="5945188"/>
                <a:ext cx="152400" cy="912813"/>
              </a:xfrm>
              <a:custGeom>
                <a:rect b="b" l="l" r="r" t="t"/>
                <a:pathLst>
                  <a:path extrusionOk="0" h="575" w="96">
                    <a:moveTo>
                      <a:pt x="15" y="575"/>
                    </a:moveTo>
                    <a:lnTo>
                      <a:pt x="0" y="569"/>
                    </a:lnTo>
                    <a:lnTo>
                      <a:pt x="81" y="383"/>
                    </a:lnTo>
                    <a:lnTo>
                      <a:pt x="81" y="0"/>
                    </a:lnTo>
                    <a:lnTo>
                      <a:pt x="96" y="0"/>
                    </a:lnTo>
                    <a:lnTo>
                      <a:pt x="96" y="386"/>
                    </a:lnTo>
                    <a:lnTo>
                      <a:pt x="15" y="575"/>
                    </a:lnTo>
                    <a:close/>
                  </a:path>
                </a:pathLst>
              </a:custGeom>
              <a:gradFill>
                <a:gsLst>
                  <a:gs pos="0">
                    <a:schemeClr val="dk2"/>
                  </a:gs>
                  <a:gs pos="100000">
                    <a:srgbClr val="B3FFFF"/>
                  </a:gs>
                </a:gsLst>
                <a:lin ang="5400000" scaled="0"/>
              </a:gradFill>
              <a:ln>
                <a:noFill/>
              </a:ln>
            </p:spPr>
          </p:sp>
          <p:sp>
            <p:nvSpPr>
              <p:cNvPr id="32" name="Google Shape;32;p1"/>
              <p:cNvSpPr/>
              <p:nvPr/>
            </p:nvSpPr>
            <p:spPr>
              <a:xfrm>
                <a:off x="612775" y="5246688"/>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612775" y="5764213"/>
                <a:ext cx="190500"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1"/>
              <p:cNvSpPr/>
              <p:nvPr/>
            </p:nvSpPr>
            <p:spPr>
              <a:xfrm>
                <a:off x="669925" y="6330950"/>
                <a:ext cx="417513" cy="517525"/>
              </a:xfrm>
              <a:custGeom>
                <a:rect b="b" l="l" r="r" t="t"/>
                <a:pathLst>
                  <a:path extrusionOk="0" h="326" w="263">
                    <a:moveTo>
                      <a:pt x="15" y="326"/>
                    </a:moveTo>
                    <a:lnTo>
                      <a:pt x="0" y="320"/>
                    </a:lnTo>
                    <a:lnTo>
                      <a:pt x="45" y="206"/>
                    </a:lnTo>
                    <a:lnTo>
                      <a:pt x="48" y="206"/>
                    </a:lnTo>
                    <a:lnTo>
                      <a:pt x="254" y="0"/>
                    </a:lnTo>
                    <a:lnTo>
                      <a:pt x="263" y="12"/>
                    </a:lnTo>
                    <a:lnTo>
                      <a:pt x="60" y="215"/>
                    </a:lnTo>
                    <a:lnTo>
                      <a:pt x="15" y="326"/>
                    </a:lnTo>
                    <a:close/>
                  </a:path>
                </a:pathLst>
              </a:custGeom>
              <a:gradFill>
                <a:gsLst>
                  <a:gs pos="0">
                    <a:schemeClr val="dk2"/>
                  </a:gs>
                  <a:gs pos="100000">
                    <a:srgbClr val="B3FFFF"/>
                  </a:gs>
                </a:gsLst>
                <a:lin ang="5400000" scaled="0"/>
              </a:gradFill>
              <a:ln>
                <a:noFill/>
              </a:ln>
            </p:spPr>
          </p:sp>
          <p:sp>
            <p:nvSpPr>
              <p:cNvPr id="35" name="Google Shape;35;p1"/>
              <p:cNvSpPr/>
              <p:nvPr/>
            </p:nvSpPr>
            <p:spPr>
              <a:xfrm>
                <a:off x="1049337" y="6221413"/>
                <a:ext cx="157163" cy="147638"/>
              </a:xfrm>
              <a:custGeom>
                <a:rect b="b" l="l" r="r" t="t"/>
                <a:pathLst>
                  <a:path extrusionOk="0" h="31" w="33">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adFill>
                <a:gsLst>
                  <a:gs pos="0">
                    <a:schemeClr val="dk2"/>
                  </a:gs>
                  <a:gs pos="100000">
                    <a:srgbClr val="B3FFFF"/>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 name="Google Shape;36;p1"/>
            <p:cNvGrpSpPr/>
            <p:nvPr/>
          </p:nvGrpSpPr>
          <p:grpSpPr>
            <a:xfrm>
              <a:off x="11364912" y="0"/>
              <a:ext cx="674688" cy="6848476"/>
              <a:chOff x="11364912" y="0"/>
              <a:chExt cx="674688" cy="6848476"/>
            </a:xfrm>
          </p:grpSpPr>
          <p:sp>
            <p:nvSpPr>
              <p:cNvPr id="37" name="Google Shape;37;p1"/>
              <p:cNvSpPr/>
              <p:nvPr/>
            </p:nvSpPr>
            <p:spPr>
              <a:xfrm>
                <a:off x="11483975" y="0"/>
                <a:ext cx="417513" cy="512763"/>
              </a:xfrm>
              <a:custGeom>
                <a:rect b="b" l="l" r="r" t="t"/>
                <a:pathLst>
                  <a:path extrusionOk="0" h="323" w="263">
                    <a:moveTo>
                      <a:pt x="12" y="323"/>
                    </a:moveTo>
                    <a:lnTo>
                      <a:pt x="0" y="314"/>
                    </a:lnTo>
                    <a:lnTo>
                      <a:pt x="203" y="108"/>
                    </a:lnTo>
                    <a:lnTo>
                      <a:pt x="248" y="0"/>
                    </a:lnTo>
                    <a:lnTo>
                      <a:pt x="263" y="6"/>
                    </a:lnTo>
                    <a:lnTo>
                      <a:pt x="218" y="117"/>
                    </a:lnTo>
                    <a:lnTo>
                      <a:pt x="218" y="117"/>
                    </a:lnTo>
                    <a:lnTo>
                      <a:pt x="12" y="323"/>
                    </a:lnTo>
                    <a:close/>
                  </a:path>
                </a:pathLst>
              </a:custGeom>
              <a:gradFill>
                <a:gsLst>
                  <a:gs pos="0">
                    <a:srgbClr val="134770">
                      <a:alpha val="80000"/>
                    </a:srgbClr>
                  </a:gs>
                  <a:gs pos="100000">
                    <a:srgbClr val="B3FFFF">
                      <a:alpha val="60000"/>
                    </a:srgbClr>
                  </a:gs>
                </a:gsLst>
                <a:lin ang="5400000" scaled="0"/>
              </a:gradFill>
              <a:ln>
                <a:noFill/>
              </a:ln>
            </p:spPr>
          </p:sp>
          <p:sp>
            <p:nvSpPr>
              <p:cNvPr id="38" name="Google Shape;38;p1"/>
              <p:cNvSpPr/>
              <p:nvPr/>
            </p:nvSpPr>
            <p:spPr>
              <a:xfrm>
                <a:off x="11364912" y="474663"/>
                <a:ext cx="157163" cy="152400"/>
              </a:xfrm>
              <a:custGeom>
                <a:rect b="b" l="l" r="r" t="t"/>
                <a:pathLst>
                  <a:path extrusionOk="0" h="32" w="33">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1"/>
              <p:cNvSpPr/>
              <p:nvPr/>
            </p:nvSpPr>
            <p:spPr>
              <a:xfrm>
                <a:off x="11631612" y="1539875"/>
                <a:ext cx="188913" cy="190500"/>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
              <p:cNvSpPr/>
              <p:nvPr/>
            </p:nvSpPr>
            <p:spPr>
              <a:xfrm>
                <a:off x="11531600" y="5694363"/>
                <a:ext cx="298450" cy="1154113"/>
              </a:xfrm>
              <a:custGeom>
                <a:rect b="b" l="l" r="r" t="t"/>
                <a:pathLst>
                  <a:path extrusionOk="0" h="727" w="188">
                    <a:moveTo>
                      <a:pt x="15" y="727"/>
                    </a:moveTo>
                    <a:lnTo>
                      <a:pt x="0" y="727"/>
                    </a:lnTo>
                    <a:lnTo>
                      <a:pt x="0" y="407"/>
                    </a:lnTo>
                    <a:lnTo>
                      <a:pt x="0" y="407"/>
                    </a:lnTo>
                    <a:lnTo>
                      <a:pt x="176" y="0"/>
                    </a:lnTo>
                    <a:lnTo>
                      <a:pt x="188" y="6"/>
                    </a:lnTo>
                    <a:lnTo>
                      <a:pt x="15" y="410"/>
                    </a:lnTo>
                    <a:lnTo>
                      <a:pt x="15" y="727"/>
                    </a:lnTo>
                    <a:close/>
                  </a:path>
                </a:pathLst>
              </a:custGeom>
              <a:gradFill>
                <a:gsLst>
                  <a:gs pos="0">
                    <a:srgbClr val="134770">
                      <a:alpha val="80000"/>
                    </a:srgbClr>
                  </a:gs>
                  <a:gs pos="100000">
                    <a:srgbClr val="B3FFFF">
                      <a:alpha val="60000"/>
                    </a:srgbClr>
                  </a:gs>
                </a:gsLst>
                <a:lin ang="5400000" scaled="0"/>
              </a:gradFill>
              <a:ln>
                <a:noFill/>
              </a:ln>
            </p:spPr>
          </p:sp>
          <p:sp>
            <p:nvSpPr>
              <p:cNvPr id="41" name="Google Shape;41;p1"/>
              <p:cNvSpPr/>
              <p:nvPr/>
            </p:nvSpPr>
            <p:spPr>
              <a:xfrm>
                <a:off x="11772900" y="5551488"/>
                <a:ext cx="157163" cy="155575"/>
              </a:xfrm>
              <a:custGeom>
                <a:rect b="b" l="l" r="r" t="t"/>
                <a:pathLst>
                  <a:path extrusionOk="0" h="33" w="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
              <p:cNvSpPr/>
              <p:nvPr/>
            </p:nvSpPr>
            <p:spPr>
              <a:xfrm>
                <a:off x="11710987" y="4763"/>
                <a:ext cx="304800" cy="1544638"/>
              </a:xfrm>
              <a:custGeom>
                <a:rect b="b" l="l" r="r" t="t"/>
                <a:pathLst>
                  <a:path extrusionOk="0" h="973" w="192">
                    <a:moveTo>
                      <a:pt x="15" y="973"/>
                    </a:moveTo>
                    <a:lnTo>
                      <a:pt x="0" y="973"/>
                    </a:lnTo>
                    <a:lnTo>
                      <a:pt x="0" y="790"/>
                    </a:lnTo>
                    <a:lnTo>
                      <a:pt x="174" y="614"/>
                    </a:lnTo>
                    <a:lnTo>
                      <a:pt x="174" y="0"/>
                    </a:lnTo>
                    <a:lnTo>
                      <a:pt x="192" y="0"/>
                    </a:lnTo>
                    <a:lnTo>
                      <a:pt x="192" y="620"/>
                    </a:lnTo>
                    <a:lnTo>
                      <a:pt x="15" y="796"/>
                    </a:lnTo>
                    <a:lnTo>
                      <a:pt x="15" y="973"/>
                    </a:lnTo>
                    <a:close/>
                  </a:path>
                </a:pathLst>
              </a:custGeom>
              <a:gradFill>
                <a:gsLst>
                  <a:gs pos="0">
                    <a:srgbClr val="134770">
                      <a:alpha val="80000"/>
                    </a:srgbClr>
                  </a:gs>
                  <a:gs pos="100000">
                    <a:srgbClr val="B3FFFF">
                      <a:alpha val="60000"/>
                    </a:srgbClr>
                  </a:gs>
                </a:gsLst>
                <a:lin ang="5400000" scaled="0"/>
              </a:gradFill>
              <a:ln>
                <a:noFill/>
              </a:ln>
            </p:spPr>
          </p:sp>
          <p:sp>
            <p:nvSpPr>
              <p:cNvPr id="43" name="Google Shape;43;p1"/>
              <p:cNvSpPr/>
              <p:nvPr/>
            </p:nvSpPr>
            <p:spPr>
              <a:xfrm>
                <a:off x="11636375" y="4867275"/>
                <a:ext cx="188913"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
              <p:cNvSpPr/>
              <p:nvPr/>
            </p:nvSpPr>
            <p:spPr>
              <a:xfrm>
                <a:off x="11441112" y="5046663"/>
                <a:ext cx="307975" cy="1801813"/>
              </a:xfrm>
              <a:custGeom>
                <a:rect b="b" l="l" r="r" t="t"/>
                <a:pathLst>
                  <a:path extrusionOk="0" h="1135" w="194">
                    <a:moveTo>
                      <a:pt x="18" y="1135"/>
                    </a:moveTo>
                    <a:lnTo>
                      <a:pt x="0" y="1135"/>
                    </a:lnTo>
                    <a:lnTo>
                      <a:pt x="0" y="354"/>
                    </a:lnTo>
                    <a:lnTo>
                      <a:pt x="176" y="177"/>
                    </a:lnTo>
                    <a:lnTo>
                      <a:pt x="176" y="0"/>
                    </a:lnTo>
                    <a:lnTo>
                      <a:pt x="194" y="0"/>
                    </a:lnTo>
                    <a:lnTo>
                      <a:pt x="194" y="183"/>
                    </a:lnTo>
                    <a:lnTo>
                      <a:pt x="18" y="360"/>
                    </a:lnTo>
                    <a:lnTo>
                      <a:pt x="18" y="1135"/>
                    </a:lnTo>
                    <a:close/>
                  </a:path>
                </a:pathLst>
              </a:custGeom>
              <a:gradFill>
                <a:gsLst>
                  <a:gs pos="0">
                    <a:srgbClr val="134770">
                      <a:alpha val="80000"/>
                    </a:srgbClr>
                  </a:gs>
                  <a:gs pos="100000">
                    <a:srgbClr val="B3FFFF">
                      <a:alpha val="60000"/>
                    </a:srgbClr>
                  </a:gs>
                </a:gsLst>
                <a:lin ang="5400000" scaled="0"/>
              </a:gradFill>
              <a:ln>
                <a:noFill/>
              </a:ln>
            </p:spPr>
          </p:sp>
          <p:sp>
            <p:nvSpPr>
              <p:cNvPr id="45" name="Google Shape;45;p1"/>
              <p:cNvSpPr/>
              <p:nvPr/>
            </p:nvSpPr>
            <p:spPr>
              <a:xfrm>
                <a:off x="11849100" y="6416675"/>
                <a:ext cx="190500" cy="188913"/>
              </a:xfrm>
              <a:custGeom>
                <a:rect b="b" l="l" r="r" t="t"/>
                <a:pathLst>
                  <a:path extrusionOk="0" h="40" w="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1"/>
              <p:cNvSpPr/>
              <p:nvPr/>
            </p:nvSpPr>
            <p:spPr>
              <a:xfrm>
                <a:off x="11939587" y="6596063"/>
                <a:ext cx="23813" cy="252413"/>
              </a:xfrm>
              <a:prstGeom prst="rect">
                <a:avLst/>
              </a:prstGeom>
              <a:gradFill>
                <a:gsLst>
                  <a:gs pos="0">
                    <a:srgbClr val="134770">
                      <a:alpha val="80000"/>
                    </a:srgbClr>
                  </a:gs>
                  <a:gs pos="100000">
                    <a:srgbClr val="B3FFFF">
                      <a:alpha val="60000"/>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7" name="Google Shape;47;p1"/>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600"/>
              <a:buFont typeface="Twentieth Century"/>
              <a:buNone/>
              <a:defRPr b="0" i="0" sz="3600" u="none" cap="none" strike="noStrike">
                <a:solidFill>
                  <a:schemeClr val="dk1"/>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8" name="Google Shape;48;p1"/>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lvl1pPr indent="-419100" lvl="0" marL="457200" marR="0" rtl="0" algn="l">
              <a:lnSpc>
                <a:spcPct val="120000"/>
              </a:lnSpc>
              <a:spcBef>
                <a:spcPts val="1000"/>
              </a:spcBef>
              <a:spcAft>
                <a:spcPts val="0"/>
              </a:spcAft>
              <a:buClr>
                <a:schemeClr val="dk1"/>
              </a:buClr>
              <a:buSzPts val="3000"/>
              <a:buFont typeface="Arial"/>
              <a:buChar char="•"/>
              <a:defRPr b="0" i="0" sz="2400" u="none" cap="none" strike="noStrike">
                <a:solidFill>
                  <a:schemeClr val="dk1"/>
                </a:solidFill>
                <a:latin typeface="Twentieth Century"/>
                <a:ea typeface="Twentieth Century"/>
                <a:cs typeface="Twentieth Century"/>
                <a:sym typeface="Twentieth Century"/>
              </a:defRPr>
            </a:lvl1pPr>
            <a:lvl2pPr indent="-387350" lvl="1" marL="914400" marR="0" rtl="0" algn="l">
              <a:lnSpc>
                <a:spcPct val="120000"/>
              </a:lnSpc>
              <a:spcBef>
                <a:spcPts val="500"/>
              </a:spcBef>
              <a:spcAft>
                <a:spcPts val="0"/>
              </a:spcAft>
              <a:buClr>
                <a:schemeClr val="dk1"/>
              </a:buClr>
              <a:buSzPts val="2500"/>
              <a:buFont typeface="Arial"/>
              <a:buChar char="•"/>
              <a:defRPr b="0" i="0" sz="2000" u="none" cap="none" strike="noStrike">
                <a:solidFill>
                  <a:schemeClr val="dk1"/>
                </a:solidFill>
                <a:latin typeface="Twentieth Century"/>
                <a:ea typeface="Twentieth Century"/>
                <a:cs typeface="Twentieth Century"/>
                <a:sym typeface="Twentieth Century"/>
              </a:defRPr>
            </a:lvl2pPr>
            <a:lvl3pPr indent="-371475" lvl="2" marL="1371600" marR="0" rtl="0" algn="l">
              <a:lnSpc>
                <a:spcPct val="120000"/>
              </a:lnSpc>
              <a:spcBef>
                <a:spcPts val="500"/>
              </a:spcBef>
              <a:spcAft>
                <a:spcPts val="0"/>
              </a:spcAft>
              <a:buClr>
                <a:schemeClr val="dk1"/>
              </a:buClr>
              <a:buSzPts val="2250"/>
              <a:buFont typeface="Arial"/>
              <a:buChar char="•"/>
              <a:defRPr b="0" i="0" sz="1800" u="none" cap="none" strike="noStrike">
                <a:solidFill>
                  <a:schemeClr val="dk1"/>
                </a:solidFill>
                <a:latin typeface="Twentieth Century"/>
                <a:ea typeface="Twentieth Century"/>
                <a:cs typeface="Twentieth Century"/>
                <a:sym typeface="Twentieth Century"/>
              </a:defRPr>
            </a:lvl3pPr>
            <a:lvl4pPr indent="-355600" lvl="3" marL="1828800" marR="0" rtl="0" algn="l">
              <a:lnSpc>
                <a:spcPct val="120000"/>
              </a:lnSpc>
              <a:spcBef>
                <a:spcPts val="500"/>
              </a:spcBef>
              <a:spcAft>
                <a:spcPts val="0"/>
              </a:spcAft>
              <a:buClr>
                <a:schemeClr val="dk1"/>
              </a:buClr>
              <a:buSzPts val="2000"/>
              <a:buFont typeface="Arial"/>
              <a:buChar char="•"/>
              <a:defRPr b="0" i="0" sz="1600" u="none" cap="none" strike="noStrike">
                <a:solidFill>
                  <a:schemeClr val="dk1"/>
                </a:solidFill>
                <a:latin typeface="Twentieth Century"/>
                <a:ea typeface="Twentieth Century"/>
                <a:cs typeface="Twentieth Century"/>
                <a:sym typeface="Twentieth Century"/>
              </a:defRPr>
            </a:lvl4pPr>
            <a:lvl5pPr indent="-355600" lvl="4" marL="2286000" marR="0" rtl="0" algn="l">
              <a:lnSpc>
                <a:spcPct val="120000"/>
              </a:lnSpc>
              <a:spcBef>
                <a:spcPts val="500"/>
              </a:spcBef>
              <a:spcAft>
                <a:spcPts val="0"/>
              </a:spcAft>
              <a:buClr>
                <a:schemeClr val="dk1"/>
              </a:buClr>
              <a:buSzPts val="2000"/>
              <a:buFont typeface="Arial"/>
              <a:buChar char="•"/>
              <a:defRPr b="0" i="0" sz="1600" u="none" cap="none" strike="noStrike">
                <a:solidFill>
                  <a:schemeClr val="dk1"/>
                </a:solidFill>
                <a:latin typeface="Twentieth Century"/>
                <a:ea typeface="Twentieth Century"/>
                <a:cs typeface="Twentieth Century"/>
                <a:sym typeface="Twentieth Century"/>
              </a:defRPr>
            </a:lvl5pPr>
            <a:lvl6pPr indent="-339725" lvl="5" marL="27432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6pPr>
            <a:lvl7pPr indent="-339725" lvl="6" marL="32004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7pPr>
            <a:lvl8pPr indent="-339725" lvl="7" marL="36576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8pPr>
            <a:lvl9pPr indent="-339725" lvl="8" marL="4114800" marR="0" rtl="0" algn="l">
              <a:lnSpc>
                <a:spcPct val="120000"/>
              </a:lnSpc>
              <a:spcBef>
                <a:spcPts val="500"/>
              </a:spcBef>
              <a:spcAft>
                <a:spcPts val="0"/>
              </a:spcAft>
              <a:buClr>
                <a:schemeClr val="dk1"/>
              </a:buClr>
              <a:buSzPts val="1750"/>
              <a:buFont typeface="Arial"/>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49" name="Google Shape;49;p1"/>
          <p:cNvSpPr txBox="1"/>
          <p:nvPr>
            <p:ph idx="10" type="dt"/>
          </p:nvPr>
        </p:nvSpPr>
        <p:spPr>
          <a:xfrm>
            <a:off x="7456921" y="5883276"/>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50" name="Google Shape;50;p1"/>
          <p:cNvSpPr txBox="1"/>
          <p:nvPr>
            <p:ph idx="11" type="ftr"/>
          </p:nvPr>
        </p:nvSpPr>
        <p:spPr>
          <a:xfrm>
            <a:off x="1141411" y="5883275"/>
            <a:ext cx="623930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rgbClr val="888888"/>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51" name="Google Shape;51;p1"/>
          <p:cNvSpPr txBox="1"/>
          <p:nvPr>
            <p:ph idx="12" type="sldNum"/>
          </p:nvPr>
        </p:nvSpPr>
        <p:spPr>
          <a:xfrm>
            <a:off x="10276321" y="5883274"/>
            <a:ext cx="77108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1pPr>
            <a:lvl2pPr indent="0" lvl="1"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2pPr>
            <a:lvl3pPr indent="0" lvl="2"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3pPr>
            <a:lvl4pPr indent="0" lvl="3"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4pPr>
            <a:lvl5pPr indent="0" lvl="4"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5pPr>
            <a:lvl6pPr indent="0" lvl="5"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6pPr>
            <a:lvl7pPr indent="0" lvl="6"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7pPr>
            <a:lvl8pPr indent="0" lvl="7"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8pPr>
            <a:lvl9pPr indent="0" lvl="8" marL="0" marR="0" rtl="0" algn="r">
              <a:spcBef>
                <a:spcPts val="0"/>
              </a:spcBef>
              <a:buNone/>
              <a:defRPr b="0" i="0" sz="1050" u="none" cap="none" strike="noStrike">
                <a:solidFill>
                  <a:srgbClr val="888888"/>
                </a:solidFill>
                <a:latin typeface="Twentieth Century"/>
                <a:ea typeface="Twentieth Century"/>
                <a:cs typeface="Twentieth Century"/>
                <a:sym typeface="Twentieth Century"/>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 id="2147483661" r:id="rId16"/>
    <p:sldLayoutId id="2147483662" r:id="rId17"/>
    <p:sldLayoutId id="2147483663" r:id="rId18"/>
    <p:sldLayoutId id="2147483664"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 Id="rId5" Type="http://schemas.openxmlformats.org/officeDocument/2006/relationships/image" Target="../media/image2.jpg"/><Relationship Id="rId6" Type="http://schemas.openxmlformats.org/officeDocument/2006/relationships/hyperlink" Target="https://www.linkedin.com/in/isaak-mwangi/"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19"/>
          <p:cNvPicPr preferRelativeResize="0"/>
          <p:nvPr/>
        </p:nvPicPr>
        <p:blipFill rotWithShape="1">
          <a:blip r:embed="rId3">
            <a:alphaModFix/>
          </a:blip>
          <a:srcRect b="0" l="0" r="0" t="0"/>
          <a:stretch/>
        </p:blipFill>
        <p:spPr>
          <a:xfrm>
            <a:off x="19941" y="0"/>
            <a:ext cx="1281321" cy="1281321"/>
          </a:xfrm>
          <a:prstGeom prst="rect">
            <a:avLst/>
          </a:prstGeom>
          <a:noFill/>
          <a:ln>
            <a:noFill/>
          </a:ln>
        </p:spPr>
      </p:pic>
      <p:pic>
        <p:nvPicPr>
          <p:cNvPr id="235" name="Google Shape;235;p19"/>
          <p:cNvPicPr preferRelativeResize="0"/>
          <p:nvPr/>
        </p:nvPicPr>
        <p:blipFill rotWithShape="1">
          <a:blip r:embed="rId4">
            <a:alphaModFix/>
          </a:blip>
          <a:srcRect b="0" l="0" r="0" t="0"/>
          <a:stretch/>
        </p:blipFill>
        <p:spPr>
          <a:xfrm>
            <a:off x="9776952" y="-29022"/>
            <a:ext cx="2004646" cy="1002323"/>
          </a:xfrm>
          <a:prstGeom prst="rect">
            <a:avLst/>
          </a:prstGeom>
          <a:noFill/>
          <a:ln>
            <a:noFill/>
          </a:ln>
        </p:spPr>
      </p:pic>
      <p:pic>
        <p:nvPicPr>
          <p:cNvPr id="236" name="Google Shape;236;p19"/>
          <p:cNvPicPr preferRelativeResize="0"/>
          <p:nvPr/>
        </p:nvPicPr>
        <p:blipFill rotWithShape="1">
          <a:blip r:embed="rId5">
            <a:alphaModFix/>
          </a:blip>
          <a:srcRect b="0" l="0" r="0" t="0"/>
          <a:stretch/>
        </p:blipFill>
        <p:spPr>
          <a:xfrm>
            <a:off x="1657717" y="1321000"/>
            <a:ext cx="8161619" cy="4131533"/>
          </a:xfrm>
          <a:prstGeom prst="rect">
            <a:avLst/>
          </a:prstGeom>
          <a:noFill/>
          <a:ln>
            <a:noFill/>
          </a:ln>
        </p:spPr>
      </p:pic>
      <p:sp>
        <p:nvSpPr>
          <p:cNvPr id="237" name="Google Shape;237;p19"/>
          <p:cNvSpPr txBox="1"/>
          <p:nvPr/>
        </p:nvSpPr>
        <p:spPr>
          <a:xfrm>
            <a:off x="3842531" y="640660"/>
            <a:ext cx="5298831" cy="59667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FF0000"/>
              </a:buClr>
              <a:buSzPts val="3200"/>
              <a:buFont typeface="Twentieth Century"/>
              <a:buNone/>
            </a:pPr>
            <a:r>
              <a:rPr b="0" i="0" lang="en-US" sz="3200" u="none" cap="none" strike="noStrike">
                <a:solidFill>
                  <a:srgbClr val="FF0000"/>
                </a:solidFill>
                <a:latin typeface="Twentieth Century"/>
                <a:ea typeface="Twentieth Century"/>
                <a:cs typeface="Twentieth Century"/>
                <a:sym typeface="Twentieth Century"/>
              </a:rPr>
              <a:t>PYTHON DAY 2</a:t>
            </a:r>
            <a:endParaRPr/>
          </a:p>
        </p:txBody>
      </p:sp>
      <p:sp>
        <p:nvSpPr>
          <p:cNvPr id="238" name="Google Shape;238;p19"/>
          <p:cNvSpPr txBox="1"/>
          <p:nvPr/>
        </p:nvSpPr>
        <p:spPr>
          <a:xfrm>
            <a:off x="5654398" y="5597415"/>
            <a:ext cx="609600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Twentieth Century"/>
                <a:ea typeface="Twentieth Century"/>
                <a:cs typeface="Twentieth Century"/>
                <a:sym typeface="Twentieth Century"/>
              </a:rPr>
              <a:t>+254704205553 |</a:t>
            </a:r>
            <a:r>
              <a:rPr b="0" i="0" lang="en-US" sz="1400" u="sng" cap="none" strike="noStrike">
                <a:solidFill>
                  <a:schemeClr val="hlink"/>
                </a:solidFill>
                <a:latin typeface="Twentieth Century"/>
                <a:ea typeface="Twentieth Century"/>
                <a:cs typeface="Twentieth Century"/>
                <a:sym typeface="Twentieth Century"/>
                <a:hlinkClick r:id="rId6"/>
              </a:rPr>
              <a:t>linkedin.com/in/isaak-mwangi/</a:t>
            </a:r>
            <a:endParaRPr sz="1400">
              <a:solidFill>
                <a:schemeClr val="dk1"/>
              </a:solidFill>
              <a:latin typeface="Twentieth Century"/>
              <a:ea typeface="Twentieth Century"/>
              <a:cs typeface="Twentieth Century"/>
              <a:sym typeface="Twentieth Century"/>
            </a:endParaRPr>
          </a:p>
        </p:txBody>
      </p:sp>
      <p:sp>
        <p:nvSpPr>
          <p:cNvPr id="239" name="Google Shape;239;p19"/>
          <p:cNvSpPr txBox="1"/>
          <p:nvPr/>
        </p:nvSpPr>
        <p:spPr>
          <a:xfrm>
            <a:off x="2030665" y="5452533"/>
            <a:ext cx="3623733" cy="532846"/>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120000"/>
              </a:lnSpc>
              <a:spcBef>
                <a:spcPts val="0"/>
              </a:spcBef>
              <a:spcAft>
                <a:spcPts val="0"/>
              </a:spcAft>
              <a:buClr>
                <a:srgbClr val="FF0000"/>
              </a:buClr>
              <a:buSzPts val="3000"/>
              <a:buFont typeface="Arial"/>
              <a:buChar char="•"/>
            </a:pPr>
            <a:r>
              <a:rPr b="0" lang="en-US" sz="2400" u="none">
                <a:solidFill>
                  <a:srgbClr val="FF0000"/>
                </a:solidFill>
                <a:latin typeface="Twentieth Century"/>
                <a:ea typeface="Twentieth Century"/>
                <a:cs typeface="Twentieth Century"/>
                <a:sym typeface="Twentieth Century"/>
              </a:rPr>
              <a:t>Prepared by Isaac Kamau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idx="1" type="body"/>
          </p:nvPr>
        </p:nvSpPr>
        <p:spPr>
          <a:xfrm>
            <a:off x="1141412" y="627321"/>
            <a:ext cx="9905999" cy="516388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3000"/>
              <a:buChar char="•"/>
            </a:pPr>
            <a:r>
              <a:rPr lang="en-US"/>
              <a:t>In this session, we are shall be covering:</a:t>
            </a:r>
            <a:endParaRPr/>
          </a:p>
          <a:p>
            <a:pPr indent="-38100" lvl="0" marL="228600" rtl="0" algn="l">
              <a:lnSpc>
                <a:spcPct val="120000"/>
              </a:lnSpc>
              <a:spcBef>
                <a:spcPts val="1000"/>
              </a:spcBef>
              <a:spcAft>
                <a:spcPts val="0"/>
              </a:spcAft>
              <a:buClr>
                <a:schemeClr val="dk1"/>
              </a:buClr>
              <a:buSzPts val="3000"/>
              <a:buNone/>
            </a:pPr>
            <a:r>
              <a:t/>
            </a:r>
            <a:endParaRPr/>
          </a:p>
          <a:p>
            <a:pPr indent="-228600" lvl="0" marL="228600" rtl="0" algn="l">
              <a:lnSpc>
                <a:spcPct val="120000"/>
              </a:lnSpc>
              <a:spcBef>
                <a:spcPts val="1000"/>
              </a:spcBef>
              <a:spcAft>
                <a:spcPts val="0"/>
              </a:spcAft>
              <a:buClr>
                <a:schemeClr val="dk1"/>
              </a:buClr>
              <a:buSzPts val="3000"/>
              <a:buChar char="•"/>
            </a:pPr>
            <a:r>
              <a:rPr lang="en-US"/>
              <a:t> Python Line structure</a:t>
            </a:r>
            <a:endParaRPr/>
          </a:p>
          <a:p>
            <a:pPr indent="-228600" lvl="0" marL="228600" rtl="0" algn="l">
              <a:lnSpc>
                <a:spcPct val="120000"/>
              </a:lnSpc>
              <a:spcBef>
                <a:spcPts val="1000"/>
              </a:spcBef>
              <a:spcAft>
                <a:spcPts val="0"/>
              </a:spcAft>
              <a:buClr>
                <a:schemeClr val="dk1"/>
              </a:buClr>
              <a:buSzPts val="3000"/>
              <a:buChar char="•"/>
            </a:pPr>
            <a:r>
              <a:rPr lang="en-US"/>
              <a:t> Python comments</a:t>
            </a:r>
            <a:endParaRPr/>
          </a:p>
          <a:p>
            <a:pPr indent="-228600" lvl="0" marL="228600" rtl="0" algn="l">
              <a:lnSpc>
                <a:spcPct val="120000"/>
              </a:lnSpc>
              <a:spcBef>
                <a:spcPts val="1000"/>
              </a:spcBef>
              <a:spcAft>
                <a:spcPts val="0"/>
              </a:spcAft>
              <a:buClr>
                <a:schemeClr val="dk1"/>
              </a:buClr>
              <a:buSzPts val="3000"/>
              <a:buChar char="•"/>
            </a:pPr>
            <a:r>
              <a:rPr lang="en-US"/>
              <a:t> Python indentation</a:t>
            </a:r>
            <a:endParaRPr/>
          </a:p>
          <a:p>
            <a:pPr indent="-228600" lvl="0" marL="228600" rtl="0" algn="l">
              <a:lnSpc>
                <a:spcPct val="120000"/>
              </a:lnSpc>
              <a:spcBef>
                <a:spcPts val="1000"/>
              </a:spcBef>
              <a:spcAft>
                <a:spcPts val="0"/>
              </a:spcAft>
              <a:buClr>
                <a:schemeClr val="dk1"/>
              </a:buClr>
              <a:buSzPts val="3000"/>
              <a:buChar char="•"/>
            </a:pPr>
            <a:r>
              <a:rPr lang="en-US"/>
              <a:t> Python coding style</a:t>
            </a:r>
            <a:endParaRPr/>
          </a:p>
          <a:p>
            <a:pPr indent="-38100" lvl="0" marL="228600" rtl="0" algn="l">
              <a:lnSpc>
                <a:spcPct val="120000"/>
              </a:lnSpc>
              <a:spcBef>
                <a:spcPts val="1000"/>
              </a:spcBef>
              <a:spcAft>
                <a:spcPts val="0"/>
              </a:spcAft>
              <a:buClr>
                <a:schemeClr val="dk1"/>
              </a:buClr>
              <a:buSzPts val="3000"/>
              <a:buNone/>
            </a:pPr>
            <a:r>
              <a:t/>
            </a:r>
            <a:endParaRPr/>
          </a:p>
          <a:p>
            <a:pPr indent="0" lvl="0" marL="0" rtl="0" algn="l">
              <a:lnSpc>
                <a:spcPct val="120000"/>
              </a:lnSpc>
              <a:spcBef>
                <a:spcPts val="1000"/>
              </a:spcBef>
              <a:spcAft>
                <a:spcPts val="0"/>
              </a:spcAft>
              <a:buClr>
                <a:schemeClr val="dk1"/>
              </a:buClr>
              <a:buSzPts val="3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1"/>
          <p:cNvSpPr txBox="1"/>
          <p:nvPr>
            <p:ph idx="1" type="body"/>
          </p:nvPr>
        </p:nvSpPr>
        <p:spPr>
          <a:xfrm>
            <a:off x="838200" y="200722"/>
            <a:ext cx="10515600" cy="5976241"/>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B0B0B"/>
              </a:buClr>
              <a:buSzPts val="3000"/>
              <a:buChar char="•"/>
            </a:pPr>
            <a:r>
              <a:rPr b="0" i="0" lang="en-US">
                <a:solidFill>
                  <a:srgbClr val="0B0B0B"/>
                </a:solidFill>
                <a:latin typeface="Open Sans"/>
                <a:ea typeface="Open Sans"/>
                <a:cs typeface="Open Sans"/>
                <a:sym typeface="Open Sans"/>
              </a:rPr>
              <a:t>As you learn Python throughout this course, there are a few things you should keep in mind.</a:t>
            </a:r>
            <a:endParaRPr/>
          </a:p>
          <a:p>
            <a:pPr indent="-38100" lvl="0" marL="228600" rtl="0" algn="l">
              <a:lnSpc>
                <a:spcPct val="120000"/>
              </a:lnSpc>
              <a:spcBef>
                <a:spcPts val="1000"/>
              </a:spcBef>
              <a:spcAft>
                <a:spcPts val="0"/>
              </a:spcAft>
              <a:buClr>
                <a:schemeClr val="dk1"/>
              </a:buClr>
              <a:buSzPts val="3000"/>
              <a:buNone/>
            </a:pPr>
            <a:r>
              <a:t/>
            </a:r>
            <a:endParaRPr>
              <a:solidFill>
                <a:srgbClr val="0B0B0B"/>
              </a:solidFill>
              <a:latin typeface="Open Sans"/>
              <a:ea typeface="Open Sans"/>
              <a:cs typeface="Open Sans"/>
              <a:sym typeface="Open Sans"/>
            </a:endParaRPr>
          </a:p>
          <a:p>
            <a:pPr indent="0" lvl="0" marL="0" rtl="0" algn="l">
              <a:lnSpc>
                <a:spcPct val="120000"/>
              </a:lnSpc>
              <a:spcBef>
                <a:spcPts val="1000"/>
              </a:spcBef>
              <a:spcAft>
                <a:spcPts val="0"/>
              </a:spcAft>
              <a:buClr>
                <a:schemeClr val="dk1"/>
              </a:buClr>
              <a:buSzPts val="3000"/>
              <a:buNone/>
            </a:pPr>
            <a:r>
              <a:t/>
            </a:r>
            <a:endParaRPr b="0" i="0">
              <a:solidFill>
                <a:srgbClr val="0B0B0B"/>
              </a:solidFill>
              <a:latin typeface="Open Sans"/>
              <a:ea typeface="Open Sans"/>
              <a:cs typeface="Open Sans"/>
              <a:sym typeface="Open Sans"/>
            </a:endParaRPr>
          </a:p>
          <a:p>
            <a:pPr indent="-228600" lvl="0" marL="228600" rtl="0" algn="l">
              <a:lnSpc>
                <a:spcPct val="120000"/>
              </a:lnSpc>
              <a:spcBef>
                <a:spcPts val="1000"/>
              </a:spcBef>
              <a:spcAft>
                <a:spcPts val="0"/>
              </a:spcAft>
              <a:buClr>
                <a:srgbClr val="0B0B0B"/>
              </a:buClr>
              <a:buSzPts val="3000"/>
              <a:buFont typeface="Twentieth Century"/>
              <a:buAutoNum type="arabicPeriod"/>
            </a:pPr>
            <a:r>
              <a:rPr b="0" i="0" lang="en-US">
                <a:solidFill>
                  <a:srgbClr val="0B0B0B"/>
                </a:solidFill>
                <a:latin typeface="Open Sans"/>
                <a:ea typeface="Open Sans"/>
                <a:cs typeface="Open Sans"/>
                <a:sym typeface="Open Sans"/>
              </a:rPr>
              <a:t>Python is case-sensitive.</a:t>
            </a:r>
            <a:endParaRPr/>
          </a:p>
          <a:p>
            <a:pPr indent="-228600" lvl="0" marL="228600" rtl="0" algn="l">
              <a:lnSpc>
                <a:spcPct val="120000"/>
              </a:lnSpc>
              <a:spcBef>
                <a:spcPts val="1000"/>
              </a:spcBef>
              <a:spcAft>
                <a:spcPts val="0"/>
              </a:spcAft>
              <a:buClr>
                <a:srgbClr val="0B0B0B"/>
              </a:buClr>
              <a:buSzPts val="3000"/>
              <a:buFont typeface="Twentieth Century"/>
              <a:buAutoNum type="arabicPeriod"/>
            </a:pPr>
            <a:r>
              <a:rPr b="0" i="0" lang="en-US">
                <a:solidFill>
                  <a:srgbClr val="0B0B0B"/>
                </a:solidFill>
                <a:latin typeface="Open Sans"/>
                <a:ea typeface="Open Sans"/>
                <a:cs typeface="Open Sans"/>
                <a:sym typeface="Open Sans"/>
              </a:rPr>
              <a:t>Spacing is important.</a:t>
            </a:r>
            <a:endParaRPr/>
          </a:p>
          <a:p>
            <a:pPr indent="-228600" lvl="0" marL="228600" rtl="0" algn="l">
              <a:lnSpc>
                <a:spcPct val="120000"/>
              </a:lnSpc>
              <a:spcBef>
                <a:spcPts val="1000"/>
              </a:spcBef>
              <a:spcAft>
                <a:spcPts val="0"/>
              </a:spcAft>
              <a:buClr>
                <a:srgbClr val="0B0B0B"/>
              </a:buClr>
              <a:buSzPts val="3000"/>
              <a:buFont typeface="Twentieth Century"/>
              <a:buAutoNum type="arabicPeriod"/>
            </a:pPr>
            <a:r>
              <a:rPr b="0" i="0" lang="en-US">
                <a:solidFill>
                  <a:srgbClr val="0B0B0B"/>
                </a:solidFill>
                <a:latin typeface="Open Sans"/>
                <a:ea typeface="Open Sans"/>
                <a:cs typeface="Open Sans"/>
                <a:sym typeface="Open Sans"/>
              </a:rPr>
              <a:t>Use error messages to help you learn</a:t>
            </a:r>
            <a:endParaRPr/>
          </a:p>
          <a:p>
            <a:pPr indent="-38100" lvl="0" marL="228600" rtl="0" algn="l">
              <a:lnSpc>
                <a:spcPct val="120000"/>
              </a:lnSpc>
              <a:spcBef>
                <a:spcPts val="1000"/>
              </a:spcBef>
              <a:spcAft>
                <a:spcPts val="0"/>
              </a:spcAft>
              <a:buClr>
                <a:schemeClr val="dk1"/>
              </a:buClr>
              <a:buSzPts val="3000"/>
              <a:buNone/>
            </a:pPr>
            <a:r>
              <a:t/>
            </a:r>
            <a:endParaRPr b="0" i="0">
              <a:solidFill>
                <a:srgbClr val="0B0B0B"/>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Quattrocento Sans"/>
              <a:buNone/>
            </a:pPr>
            <a:r>
              <a:rPr b="0" i="0" lang="en-US">
                <a:solidFill>
                  <a:srgbClr val="000000"/>
                </a:solidFill>
                <a:latin typeface="Quattrocento Sans"/>
                <a:ea typeface="Quattrocento Sans"/>
                <a:cs typeface="Quattrocento Sans"/>
                <a:sym typeface="Quattrocento Sans"/>
              </a:rPr>
              <a:t>PYTHON INDENTATION</a:t>
            </a:r>
            <a:br>
              <a:rPr b="0" i="0" lang="en-US">
                <a:solidFill>
                  <a:srgbClr val="000000"/>
                </a:solidFill>
                <a:latin typeface="Quattrocento Sans"/>
                <a:ea typeface="Quattrocento Sans"/>
                <a:cs typeface="Quattrocento Sans"/>
                <a:sym typeface="Quattrocento Sans"/>
              </a:rPr>
            </a:br>
            <a:endParaRPr/>
          </a:p>
        </p:txBody>
      </p:sp>
      <p:sp>
        <p:nvSpPr>
          <p:cNvPr id="255" name="Google Shape;255;p22"/>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00000"/>
              </a:buClr>
              <a:buSzPts val="3000"/>
              <a:buChar char="•"/>
            </a:pPr>
            <a:r>
              <a:rPr b="0" i="0" lang="en-US">
                <a:solidFill>
                  <a:srgbClr val="000000"/>
                </a:solidFill>
                <a:latin typeface="Verdana"/>
                <a:ea typeface="Verdana"/>
                <a:cs typeface="Verdana"/>
                <a:sym typeface="Verdana"/>
              </a:rPr>
              <a:t>Indentation refers to the spaces at the beginning of a code line.</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Verdana"/>
                <a:ea typeface="Verdana"/>
                <a:cs typeface="Verdana"/>
                <a:sym typeface="Verdana"/>
              </a:rPr>
              <a:t>Where in other programming languages the indentation in code is for readability only, the indentation in Python is very important.</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Verdana"/>
                <a:ea typeface="Verdana"/>
                <a:cs typeface="Verdana"/>
                <a:sym typeface="Verdana"/>
              </a:rPr>
              <a:t>Python uses indentation to indicate a block of code.</a:t>
            </a:r>
            <a:endParaRPr/>
          </a:p>
          <a:p>
            <a:pPr indent="-38100" lvl="0" marL="228600" rtl="0" algn="l">
              <a:lnSpc>
                <a:spcPct val="120000"/>
              </a:lnSpc>
              <a:spcBef>
                <a:spcPts val="1000"/>
              </a:spcBef>
              <a:spcAft>
                <a:spcPts val="0"/>
              </a:spcAft>
              <a:buClr>
                <a:schemeClr val="dk1"/>
              </a:buClr>
              <a:buSzPts val="3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3"/>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Quattrocento Sans"/>
              <a:buNone/>
            </a:pPr>
            <a:r>
              <a:rPr b="0" i="0" lang="en-US">
                <a:solidFill>
                  <a:srgbClr val="000000"/>
                </a:solidFill>
                <a:latin typeface="Quattrocento Sans"/>
                <a:ea typeface="Quattrocento Sans"/>
                <a:cs typeface="Quattrocento Sans"/>
                <a:sym typeface="Quattrocento Sans"/>
              </a:rPr>
              <a:t>PYTHON COMMENTS</a:t>
            </a:r>
            <a:br>
              <a:rPr b="0" i="0" lang="en-US">
                <a:solidFill>
                  <a:srgbClr val="000000"/>
                </a:solidFill>
                <a:latin typeface="Quattrocento Sans"/>
                <a:ea typeface="Quattrocento Sans"/>
                <a:cs typeface="Quattrocento Sans"/>
                <a:sym typeface="Quattrocento Sans"/>
              </a:rPr>
            </a:br>
            <a:endParaRPr/>
          </a:p>
        </p:txBody>
      </p:sp>
      <p:sp>
        <p:nvSpPr>
          <p:cNvPr id="261" name="Google Shape;261;p23"/>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00000"/>
              </a:buClr>
              <a:buSzPts val="3000"/>
              <a:buChar char="•"/>
            </a:pPr>
            <a:r>
              <a:rPr b="0" i="0" lang="en-US">
                <a:solidFill>
                  <a:srgbClr val="000000"/>
                </a:solidFill>
                <a:latin typeface="Verdana"/>
                <a:ea typeface="Verdana"/>
                <a:cs typeface="Verdana"/>
                <a:sym typeface="Verdana"/>
              </a:rPr>
              <a:t>Comments can be used to explain Python code.</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Verdana"/>
                <a:ea typeface="Verdana"/>
                <a:cs typeface="Verdana"/>
                <a:sym typeface="Verdana"/>
              </a:rPr>
              <a:t>Comments can be used to make the code more readable.</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Verdana"/>
                <a:ea typeface="Verdana"/>
                <a:cs typeface="Verdana"/>
                <a:sym typeface="Verdana"/>
              </a:rPr>
              <a:t>Comments can be used to prevent execution when testing code.</a:t>
            </a:r>
            <a:endParaRPr/>
          </a:p>
          <a:p>
            <a:pPr indent="-38100" lvl="0" marL="228600" rtl="0" algn="l">
              <a:lnSpc>
                <a:spcPct val="120000"/>
              </a:lnSpc>
              <a:spcBef>
                <a:spcPts val="1000"/>
              </a:spcBef>
              <a:spcAft>
                <a:spcPts val="0"/>
              </a:spcAft>
              <a:buClr>
                <a:schemeClr val="dk1"/>
              </a:buClr>
              <a:buSzPts val="3000"/>
              <a:buNone/>
            </a:pPr>
            <a:r>
              <a:t/>
            </a:r>
            <a:endParaRPr b="0" i="0">
              <a:solidFill>
                <a:srgbClr val="000000"/>
              </a:solidFill>
              <a:latin typeface="Verdana"/>
              <a:ea typeface="Verdana"/>
              <a:cs typeface="Verdana"/>
              <a:sym typeface="Verdana"/>
            </a:endParaRPr>
          </a:p>
          <a:p>
            <a:pPr indent="-228600" lvl="0" marL="228600" rtl="0" algn="l">
              <a:lnSpc>
                <a:spcPct val="120000"/>
              </a:lnSpc>
              <a:spcBef>
                <a:spcPts val="1000"/>
              </a:spcBef>
              <a:spcAft>
                <a:spcPts val="0"/>
              </a:spcAft>
              <a:buClr>
                <a:srgbClr val="008000"/>
              </a:buClr>
              <a:buSzPts val="3000"/>
              <a:buChar char="•"/>
            </a:pPr>
            <a:r>
              <a:rPr b="0" i="0" lang="en-US">
                <a:solidFill>
                  <a:srgbClr val="008000"/>
                </a:solidFill>
                <a:latin typeface="Consolas"/>
                <a:ea typeface="Consolas"/>
                <a:cs typeface="Consolas"/>
                <a:sym typeface="Consolas"/>
              </a:rPr>
              <a:t>#This is a comment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4"/>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Quattrocento Sans"/>
              <a:buNone/>
            </a:pPr>
            <a:r>
              <a:rPr b="0" i="0" lang="en-US">
                <a:solidFill>
                  <a:srgbClr val="000000"/>
                </a:solidFill>
                <a:latin typeface="Quattrocento Sans"/>
                <a:ea typeface="Quattrocento Sans"/>
                <a:cs typeface="Quattrocento Sans"/>
                <a:sym typeface="Quattrocento Sans"/>
              </a:rPr>
              <a:t>MULTILINE COMMENTS</a:t>
            </a:r>
            <a:endParaRPr/>
          </a:p>
        </p:txBody>
      </p:sp>
      <p:sp>
        <p:nvSpPr>
          <p:cNvPr id="267" name="Google Shape;267;p24"/>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20000"/>
              </a:lnSpc>
              <a:spcBef>
                <a:spcPts val="0"/>
              </a:spcBef>
              <a:spcAft>
                <a:spcPts val="0"/>
              </a:spcAft>
              <a:buClr>
                <a:srgbClr val="000000"/>
              </a:buClr>
              <a:buSzPct val="125000"/>
              <a:buChar char="•"/>
            </a:pPr>
            <a:r>
              <a:rPr b="0" i="0" lang="en-US">
                <a:solidFill>
                  <a:srgbClr val="000000"/>
                </a:solidFill>
                <a:latin typeface="Verdana"/>
                <a:ea typeface="Verdana"/>
                <a:cs typeface="Verdana"/>
                <a:sym typeface="Verdana"/>
              </a:rPr>
              <a:t>Since Python will ignore string literals that are not assigned to a variable, you can add a multiline string (triple quotes) in your code, and place your comment inside it:</a:t>
            </a:r>
            <a:endParaRPr/>
          </a:p>
          <a:p>
            <a:pPr indent="-52387" lvl="0" marL="228600" rtl="0" algn="l">
              <a:lnSpc>
                <a:spcPct val="120000"/>
              </a:lnSpc>
              <a:spcBef>
                <a:spcPts val="1000"/>
              </a:spcBef>
              <a:spcAft>
                <a:spcPts val="0"/>
              </a:spcAft>
              <a:buClr>
                <a:schemeClr val="dk1"/>
              </a:buClr>
              <a:buSzPct val="125000"/>
              <a:buNone/>
            </a:pPr>
            <a:r>
              <a:t/>
            </a:r>
            <a:endParaRPr>
              <a:solidFill>
                <a:srgbClr val="000000"/>
              </a:solidFill>
              <a:latin typeface="Verdana"/>
              <a:ea typeface="Verdana"/>
              <a:cs typeface="Verdana"/>
              <a:sym typeface="Verdana"/>
            </a:endParaRPr>
          </a:p>
          <a:p>
            <a:pPr indent="-228600" lvl="0" marL="228600" rtl="0" algn="l">
              <a:lnSpc>
                <a:spcPct val="120000"/>
              </a:lnSpc>
              <a:spcBef>
                <a:spcPts val="1000"/>
              </a:spcBef>
              <a:spcAft>
                <a:spcPts val="0"/>
              </a:spcAft>
              <a:buClr>
                <a:srgbClr val="A52A2A"/>
              </a:buClr>
              <a:buSzPct val="125000"/>
              <a:buChar char="•"/>
            </a:pPr>
            <a:r>
              <a:rPr b="0" i="0" lang="en-US">
                <a:solidFill>
                  <a:srgbClr val="A52A2A"/>
                </a:solidFill>
                <a:latin typeface="Consolas"/>
                <a:ea typeface="Consolas"/>
                <a:cs typeface="Consolas"/>
                <a:sym typeface="Consolas"/>
              </a:rPr>
              <a:t>"""</a:t>
            </a:r>
            <a:br>
              <a:rPr b="0" i="0" lang="en-US">
                <a:solidFill>
                  <a:srgbClr val="A52A2A"/>
                </a:solidFill>
                <a:latin typeface="Consolas"/>
                <a:ea typeface="Consolas"/>
                <a:cs typeface="Consolas"/>
                <a:sym typeface="Consolas"/>
              </a:rPr>
            </a:br>
            <a:r>
              <a:rPr b="0" i="0" lang="en-US">
                <a:solidFill>
                  <a:srgbClr val="A52A2A"/>
                </a:solidFill>
                <a:latin typeface="Consolas"/>
                <a:ea typeface="Consolas"/>
                <a:cs typeface="Consolas"/>
                <a:sym typeface="Consolas"/>
              </a:rPr>
              <a:t>This is a comment</a:t>
            </a:r>
            <a:br>
              <a:rPr b="0" i="0" lang="en-US">
                <a:solidFill>
                  <a:srgbClr val="A52A2A"/>
                </a:solidFill>
                <a:latin typeface="Consolas"/>
                <a:ea typeface="Consolas"/>
                <a:cs typeface="Consolas"/>
                <a:sym typeface="Consolas"/>
              </a:rPr>
            </a:br>
            <a:r>
              <a:rPr b="0" i="0" lang="en-US">
                <a:solidFill>
                  <a:srgbClr val="A52A2A"/>
                </a:solidFill>
                <a:latin typeface="Consolas"/>
                <a:ea typeface="Consolas"/>
                <a:cs typeface="Consolas"/>
                <a:sym typeface="Consolas"/>
              </a:rPr>
              <a:t>written in</a:t>
            </a:r>
            <a:br>
              <a:rPr b="0" i="0" lang="en-US">
                <a:solidFill>
                  <a:srgbClr val="A52A2A"/>
                </a:solidFill>
                <a:latin typeface="Consolas"/>
                <a:ea typeface="Consolas"/>
                <a:cs typeface="Consolas"/>
                <a:sym typeface="Consolas"/>
              </a:rPr>
            </a:br>
            <a:r>
              <a:rPr b="0" i="0" lang="en-US">
                <a:solidFill>
                  <a:srgbClr val="A52A2A"/>
                </a:solidFill>
                <a:latin typeface="Consolas"/>
                <a:ea typeface="Consolas"/>
                <a:cs typeface="Consolas"/>
                <a:sym typeface="Consolas"/>
              </a:rPr>
              <a:t>more than just one line</a:t>
            </a:r>
            <a:br>
              <a:rPr b="0" i="0" lang="en-US">
                <a:solidFill>
                  <a:srgbClr val="A52A2A"/>
                </a:solidFill>
                <a:latin typeface="Consolas"/>
                <a:ea typeface="Consolas"/>
                <a:cs typeface="Consolas"/>
                <a:sym typeface="Consolas"/>
              </a:rPr>
            </a:br>
            <a:r>
              <a:rPr b="0" i="0" lang="en-US">
                <a:solidFill>
                  <a:srgbClr val="A52A2A"/>
                </a:solidFill>
                <a:latin typeface="Consolas"/>
                <a:ea typeface="Consolas"/>
                <a:cs typeface="Consolas"/>
                <a:sym typeface="Consolas"/>
              </a:rPr>
              <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wentieth Century"/>
              <a:buNone/>
            </a:pPr>
            <a:r>
              <a:rPr lang="en-US"/>
              <a:t>PYTHON CODING STYLE</a:t>
            </a:r>
            <a:endParaRPr/>
          </a:p>
        </p:txBody>
      </p:sp>
      <p:sp>
        <p:nvSpPr>
          <p:cNvPr id="273" name="Google Shape;273;p25"/>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3000"/>
              <a:buChar char="•"/>
            </a:pPr>
            <a:r>
              <a:rPr lang="en-US"/>
              <a:t>To write beautiful python code we use PEP 8 Style guide formatting.</a:t>
            </a:r>
            <a:endParaRPr/>
          </a:p>
          <a:p>
            <a:pPr indent="-228600" lvl="0" marL="228600" rtl="0" algn="l">
              <a:lnSpc>
                <a:spcPct val="120000"/>
              </a:lnSpc>
              <a:spcBef>
                <a:spcPts val="1000"/>
              </a:spcBef>
              <a:spcAft>
                <a:spcPts val="0"/>
              </a:spcAft>
              <a:buClr>
                <a:srgbClr val="222222"/>
              </a:buClr>
              <a:buSzPts val="3000"/>
              <a:buChar char="•"/>
            </a:pPr>
            <a:r>
              <a:rPr b="0" i="0" lang="en-US">
                <a:solidFill>
                  <a:srgbClr val="222222"/>
                </a:solidFill>
                <a:latin typeface="Arial"/>
                <a:ea typeface="Arial"/>
                <a:cs typeface="Arial"/>
                <a:sym typeface="Arial"/>
              </a:rPr>
              <a:t>PEP 8, sometimes spelled PEP8 or PEP-8, is a document that provides guidelines and best practices on how to write Python code.</a:t>
            </a:r>
            <a:endParaRPr/>
          </a:p>
          <a:p>
            <a:pPr indent="-38100" lvl="0" marL="228600" rtl="0" algn="l">
              <a:lnSpc>
                <a:spcPct val="120000"/>
              </a:lnSpc>
              <a:spcBef>
                <a:spcPts val="1000"/>
              </a:spcBef>
              <a:spcAft>
                <a:spcPts val="0"/>
              </a:spcAft>
              <a:buClr>
                <a:schemeClr val="dk1"/>
              </a:buClr>
              <a:buSzPts val="3000"/>
              <a:buNone/>
            </a:pPr>
            <a:r>
              <a:t/>
            </a:r>
            <a:endParaRPr>
              <a:solidFill>
                <a:srgbClr val="222222"/>
              </a:solidFill>
              <a:latin typeface="Arial"/>
              <a:ea typeface="Arial"/>
              <a:cs typeface="Arial"/>
              <a:sym typeface="Arial"/>
            </a:endParaRPr>
          </a:p>
          <a:p>
            <a:pPr indent="-228600" lvl="0" marL="228600" rtl="0" algn="l">
              <a:lnSpc>
                <a:spcPct val="120000"/>
              </a:lnSpc>
              <a:spcBef>
                <a:spcPts val="1000"/>
              </a:spcBef>
              <a:spcAft>
                <a:spcPts val="0"/>
              </a:spcAft>
              <a:buClr>
                <a:srgbClr val="222222"/>
              </a:buClr>
              <a:buSzPts val="3000"/>
              <a:buChar char="•"/>
            </a:pPr>
            <a:r>
              <a:rPr lang="en-US">
                <a:solidFill>
                  <a:srgbClr val="222222"/>
                </a:solidFill>
                <a:latin typeface="Arial"/>
                <a:ea typeface="Arial"/>
                <a:cs typeface="Arial"/>
                <a:sym typeface="Arial"/>
              </a:rPr>
              <a:t>Read more about PEP 8 here:</a:t>
            </a:r>
            <a:endParaRPr/>
          </a:p>
          <a:p>
            <a:pPr indent="-228600" lvl="0" marL="228600" rtl="0" algn="l">
              <a:lnSpc>
                <a:spcPct val="120000"/>
              </a:lnSpc>
              <a:spcBef>
                <a:spcPts val="1000"/>
              </a:spcBef>
              <a:spcAft>
                <a:spcPts val="0"/>
              </a:spcAft>
              <a:buClr>
                <a:schemeClr val="dk1"/>
              </a:buClr>
              <a:buSzPts val="3000"/>
              <a:buChar char="•"/>
            </a:pPr>
            <a:r>
              <a:rPr lang="en-US"/>
              <a:t>https://peps.python.org/pep-0008/</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6"/>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wentieth Century"/>
              <a:buNone/>
            </a:pPr>
            <a:r>
              <a:rPr lang="en-US"/>
              <a:t>PYTHON’S HELLO WORLD</a:t>
            </a:r>
            <a:endParaRPr/>
          </a:p>
        </p:txBody>
      </p:sp>
      <p:sp>
        <p:nvSpPr>
          <p:cNvPr id="279" name="Google Shape;279;p26"/>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Clr>
                <a:srgbClr val="000000"/>
              </a:buClr>
              <a:buSzPct val="125000"/>
              <a:buChar char="•"/>
            </a:pPr>
            <a:r>
              <a:rPr b="0" i="0" lang="en-US">
                <a:solidFill>
                  <a:srgbClr val="000000"/>
                </a:solidFill>
                <a:latin typeface="Verdana"/>
                <a:ea typeface="Verdana"/>
                <a:cs typeface="Verdana"/>
                <a:sym typeface="Verdana"/>
              </a:rPr>
              <a:t>Python is an interpreted programming language, this means that as a developer you write Python (.py) files in a text editor and then put those files into the python interpreter to be executed.</a:t>
            </a:r>
            <a:endParaRPr/>
          </a:p>
          <a:p>
            <a:pPr indent="-228600" lvl="0" marL="228600" rtl="0" algn="l">
              <a:lnSpc>
                <a:spcPct val="120000"/>
              </a:lnSpc>
              <a:spcBef>
                <a:spcPts val="1000"/>
              </a:spcBef>
              <a:spcAft>
                <a:spcPts val="0"/>
              </a:spcAft>
              <a:buClr>
                <a:srgbClr val="000000"/>
              </a:buClr>
              <a:buSzPct val="125000"/>
              <a:buChar char="•"/>
            </a:pPr>
            <a:r>
              <a:rPr b="0" i="0" lang="en-US">
                <a:solidFill>
                  <a:srgbClr val="000000"/>
                </a:solidFill>
                <a:latin typeface="Verdana"/>
                <a:ea typeface="Verdana"/>
                <a:cs typeface="Verdana"/>
                <a:sym typeface="Verdana"/>
              </a:rPr>
              <a:t>Let's write our first Python file, called helloworld.py, which can be done in any text editor.</a:t>
            </a:r>
            <a:endParaRPr>
              <a:solidFill>
                <a:srgbClr val="000000"/>
              </a:solidFill>
              <a:latin typeface="Verdana"/>
              <a:ea typeface="Verdana"/>
              <a:cs typeface="Verdana"/>
              <a:sym typeface="Verdana"/>
            </a:endParaRPr>
          </a:p>
          <a:p>
            <a:pPr indent="-52387" lvl="0" marL="228600" rtl="0" algn="l">
              <a:lnSpc>
                <a:spcPct val="120000"/>
              </a:lnSpc>
              <a:spcBef>
                <a:spcPts val="1000"/>
              </a:spcBef>
              <a:spcAft>
                <a:spcPts val="0"/>
              </a:spcAft>
              <a:buClr>
                <a:schemeClr val="dk1"/>
              </a:buClr>
              <a:buSzPct val="125000"/>
              <a:buNone/>
            </a:pPr>
            <a:r>
              <a:t/>
            </a:r>
            <a:endParaRPr>
              <a:solidFill>
                <a:srgbClr val="000000"/>
              </a:solidFill>
              <a:latin typeface="Verdana"/>
              <a:ea typeface="Verdana"/>
              <a:cs typeface="Verdana"/>
              <a:sym typeface="Verdana"/>
            </a:endParaRPr>
          </a:p>
          <a:p>
            <a:pPr indent="-228600" lvl="0" marL="228600" rtl="0" algn="l">
              <a:lnSpc>
                <a:spcPct val="120000"/>
              </a:lnSpc>
              <a:spcBef>
                <a:spcPts val="1000"/>
              </a:spcBef>
              <a:spcAft>
                <a:spcPts val="0"/>
              </a:spcAft>
              <a:buClr>
                <a:srgbClr val="0000CD"/>
              </a:buClr>
              <a:buSzPct val="125000"/>
              <a:buChar char="•"/>
            </a:pP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a:t>
            </a:r>
            <a:r>
              <a:rPr b="0" i="0" lang="en-US">
                <a:solidFill>
                  <a:srgbClr val="A52A2A"/>
                </a:solidFill>
                <a:latin typeface="Consolas"/>
                <a:ea typeface="Consolas"/>
                <a:cs typeface="Consolas"/>
                <a:sym typeface="Consolas"/>
              </a:rPr>
              <a:t>"Hello, World!"</a:t>
            </a:r>
            <a:r>
              <a:rPr b="0" i="0" lang="en-US">
                <a:solidFill>
                  <a:srgbClr val="000000"/>
                </a:solidFill>
                <a:latin typeface="Consolas"/>
                <a:ea typeface="Consolas"/>
                <a:cs typeface="Consolas"/>
                <a:sym typeface="Consolas"/>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Quattrocento Sans"/>
              <a:buNone/>
            </a:pPr>
            <a:r>
              <a:rPr b="0" i="0" lang="en-US">
                <a:solidFill>
                  <a:srgbClr val="000000"/>
                </a:solidFill>
                <a:latin typeface="Quattrocento Sans"/>
                <a:ea typeface="Quattrocento Sans"/>
                <a:cs typeface="Quattrocento Sans"/>
                <a:sym typeface="Quattrocento Sans"/>
              </a:rPr>
              <a:t>PYTHON VARIABLES</a:t>
            </a:r>
            <a:endParaRPr/>
          </a:p>
        </p:txBody>
      </p:sp>
      <p:sp>
        <p:nvSpPr>
          <p:cNvPr id="285" name="Google Shape;285;p27"/>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20000"/>
              </a:lnSpc>
              <a:spcBef>
                <a:spcPts val="0"/>
              </a:spcBef>
              <a:spcAft>
                <a:spcPts val="0"/>
              </a:spcAft>
              <a:buClr>
                <a:srgbClr val="000000"/>
              </a:buClr>
              <a:buSzPct val="125000"/>
              <a:buChar char="•"/>
            </a:pPr>
            <a:r>
              <a:rPr b="1" i="0" lang="en-US">
                <a:solidFill>
                  <a:srgbClr val="000000"/>
                </a:solidFill>
                <a:latin typeface="Quattrocento Sans"/>
                <a:ea typeface="Quattrocento Sans"/>
                <a:cs typeface="Quattrocento Sans"/>
                <a:sym typeface="Quattrocento Sans"/>
              </a:rPr>
              <a:t>Variables:</a:t>
            </a:r>
            <a:endParaRPr/>
          </a:p>
          <a:p>
            <a:pPr indent="-228600" lvl="0" marL="228600" rtl="0" algn="l">
              <a:lnSpc>
                <a:spcPct val="120000"/>
              </a:lnSpc>
              <a:spcBef>
                <a:spcPts val="1000"/>
              </a:spcBef>
              <a:spcAft>
                <a:spcPts val="0"/>
              </a:spcAft>
              <a:buClr>
                <a:srgbClr val="000000"/>
              </a:buClr>
              <a:buSzPct val="125000"/>
              <a:buChar char="•"/>
            </a:pPr>
            <a:r>
              <a:rPr b="0" i="0" lang="en-US">
                <a:solidFill>
                  <a:srgbClr val="000000"/>
                </a:solidFill>
                <a:latin typeface="Verdana"/>
                <a:ea typeface="Verdana"/>
                <a:cs typeface="Verdana"/>
                <a:sym typeface="Verdana"/>
              </a:rPr>
              <a:t>Variables are containers for storing data values.</a:t>
            </a:r>
            <a:endParaRPr/>
          </a:p>
          <a:p>
            <a:pPr indent="-52387" lvl="0" marL="228600" rtl="0" algn="l">
              <a:lnSpc>
                <a:spcPct val="120000"/>
              </a:lnSpc>
              <a:spcBef>
                <a:spcPts val="1000"/>
              </a:spcBef>
              <a:spcAft>
                <a:spcPts val="0"/>
              </a:spcAft>
              <a:buClr>
                <a:schemeClr val="dk1"/>
              </a:buClr>
              <a:buSzPct val="125000"/>
              <a:buNone/>
            </a:pPr>
            <a:r>
              <a:t/>
            </a:r>
            <a:endParaRPr>
              <a:solidFill>
                <a:srgbClr val="000000"/>
              </a:solidFill>
              <a:latin typeface="Verdana"/>
              <a:ea typeface="Verdana"/>
              <a:cs typeface="Verdana"/>
              <a:sym typeface="Verdana"/>
            </a:endParaRPr>
          </a:p>
          <a:p>
            <a:pPr indent="-228600" lvl="0" marL="228600" rtl="0" algn="l">
              <a:lnSpc>
                <a:spcPct val="120000"/>
              </a:lnSpc>
              <a:spcBef>
                <a:spcPts val="1000"/>
              </a:spcBef>
              <a:spcAft>
                <a:spcPts val="0"/>
              </a:spcAft>
              <a:buClr>
                <a:srgbClr val="000000"/>
              </a:buClr>
              <a:buSzPct val="125000"/>
              <a:buChar char="•"/>
            </a:pPr>
            <a:r>
              <a:rPr b="1" i="0" lang="en-US">
                <a:solidFill>
                  <a:srgbClr val="000000"/>
                </a:solidFill>
                <a:latin typeface="Quattrocento Sans"/>
                <a:ea typeface="Quattrocento Sans"/>
                <a:cs typeface="Quattrocento Sans"/>
                <a:sym typeface="Quattrocento Sans"/>
              </a:rPr>
              <a:t>Creating Variables:</a:t>
            </a:r>
            <a:endParaRPr b="0" i="0">
              <a:solidFill>
                <a:srgbClr val="000000"/>
              </a:solidFill>
              <a:latin typeface="Quattrocento Sans"/>
              <a:ea typeface="Quattrocento Sans"/>
              <a:cs typeface="Quattrocento Sans"/>
              <a:sym typeface="Quattrocento Sans"/>
            </a:endParaRPr>
          </a:p>
          <a:p>
            <a:pPr indent="-228600" lvl="0" marL="228600" rtl="0" algn="l">
              <a:lnSpc>
                <a:spcPct val="120000"/>
              </a:lnSpc>
              <a:spcBef>
                <a:spcPts val="1000"/>
              </a:spcBef>
              <a:spcAft>
                <a:spcPts val="0"/>
              </a:spcAft>
              <a:buClr>
                <a:srgbClr val="000000"/>
              </a:buClr>
              <a:buSzPct val="125000"/>
              <a:buChar char="•"/>
            </a:pPr>
            <a:r>
              <a:rPr b="0" i="0" lang="en-US">
                <a:solidFill>
                  <a:srgbClr val="000000"/>
                </a:solidFill>
                <a:latin typeface="Verdana"/>
                <a:ea typeface="Verdana"/>
                <a:cs typeface="Verdana"/>
                <a:sym typeface="Verdana"/>
              </a:rPr>
              <a:t>Python has no command for declaring a variable.</a:t>
            </a:r>
            <a:endParaRPr/>
          </a:p>
          <a:p>
            <a:pPr indent="-228600" lvl="0" marL="228600" rtl="0" algn="l">
              <a:lnSpc>
                <a:spcPct val="120000"/>
              </a:lnSpc>
              <a:spcBef>
                <a:spcPts val="1000"/>
              </a:spcBef>
              <a:spcAft>
                <a:spcPts val="0"/>
              </a:spcAft>
              <a:buClr>
                <a:srgbClr val="000000"/>
              </a:buClr>
              <a:buSzPct val="125000"/>
              <a:buChar char="•"/>
            </a:pPr>
            <a:r>
              <a:rPr b="0" i="0" lang="en-US">
                <a:solidFill>
                  <a:srgbClr val="000000"/>
                </a:solidFill>
                <a:latin typeface="Verdana"/>
                <a:ea typeface="Verdana"/>
                <a:cs typeface="Verdana"/>
                <a:sym typeface="Verdana"/>
              </a:rPr>
              <a:t>A variable is created the moment you first assign a value to it.</a:t>
            </a:r>
            <a:endParaRPr/>
          </a:p>
          <a:p>
            <a:pPr indent="-52387" lvl="0" marL="228600" rtl="0" algn="l">
              <a:lnSpc>
                <a:spcPct val="120000"/>
              </a:lnSpc>
              <a:spcBef>
                <a:spcPts val="1000"/>
              </a:spcBef>
              <a:spcAft>
                <a:spcPts val="0"/>
              </a:spcAft>
              <a:buClr>
                <a:schemeClr val="dk1"/>
              </a:buClr>
              <a:buSzPct val="125000"/>
              <a:buNone/>
            </a:pPr>
            <a:r>
              <a:t/>
            </a:r>
            <a:endParaRPr b="0" i="0">
              <a:solidFill>
                <a:srgbClr val="000000"/>
              </a:solidFill>
              <a:latin typeface="Verdana"/>
              <a:ea typeface="Verdana"/>
              <a:cs typeface="Verdana"/>
              <a:sym typeface="Verdana"/>
            </a:endParaRPr>
          </a:p>
          <a:p>
            <a:pPr indent="-52387" lvl="0" marL="228600" rtl="0" algn="l">
              <a:lnSpc>
                <a:spcPct val="120000"/>
              </a:lnSpc>
              <a:spcBef>
                <a:spcPts val="1000"/>
              </a:spcBef>
              <a:spcAft>
                <a:spcPts val="0"/>
              </a:spcAft>
              <a:buClr>
                <a:schemeClr val="dk1"/>
              </a:buClr>
              <a:buSzPct val="125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8"/>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wentieth Century"/>
              <a:buNone/>
            </a:pPr>
            <a:r>
              <a:rPr lang="en-US"/>
              <a:t>EXAMPLE OF A VARIABLE</a:t>
            </a:r>
            <a:endParaRPr/>
          </a:p>
        </p:txBody>
      </p:sp>
      <p:sp>
        <p:nvSpPr>
          <p:cNvPr id="291" name="Google Shape;291;p28"/>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00000"/>
              </a:buClr>
              <a:buSzPts val="3000"/>
              <a:buChar char="•"/>
            </a:pPr>
            <a:r>
              <a:rPr b="0" i="0" lang="en-US">
                <a:solidFill>
                  <a:srgbClr val="000000"/>
                </a:solidFill>
                <a:latin typeface="Consolas"/>
                <a:ea typeface="Consolas"/>
                <a:cs typeface="Consolas"/>
                <a:sym typeface="Consolas"/>
              </a:rPr>
              <a:t>x = </a:t>
            </a:r>
            <a:r>
              <a:rPr b="0" i="0" lang="en-US">
                <a:solidFill>
                  <a:srgbClr val="FF0000"/>
                </a:solidFill>
                <a:latin typeface="Consolas"/>
                <a:ea typeface="Consolas"/>
                <a:cs typeface="Consolas"/>
                <a:sym typeface="Consolas"/>
              </a:rPr>
              <a:t>5</a:t>
            </a:r>
            <a:br>
              <a:rPr lang="en-US"/>
            </a:br>
            <a:r>
              <a:rPr b="0" i="0" lang="en-US">
                <a:solidFill>
                  <a:srgbClr val="000000"/>
                </a:solidFill>
                <a:latin typeface="Consolas"/>
                <a:ea typeface="Consolas"/>
                <a:cs typeface="Consolas"/>
                <a:sym typeface="Consolas"/>
              </a:rPr>
              <a:t>y = </a:t>
            </a:r>
            <a:r>
              <a:rPr b="0" i="0" lang="en-US">
                <a:solidFill>
                  <a:srgbClr val="A52A2A"/>
                </a:solidFill>
                <a:latin typeface="Consolas"/>
                <a:ea typeface="Consolas"/>
                <a:cs typeface="Consolas"/>
                <a:sym typeface="Consolas"/>
              </a:rPr>
              <a:t>"John"</a:t>
            </a:r>
            <a:br>
              <a:rPr lang="en-US"/>
            </a:b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(x)</a:t>
            </a:r>
            <a:br>
              <a:rPr lang="en-US"/>
            </a:b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9"/>
          <p:cNvSpPr txBox="1"/>
          <p:nvPr>
            <p:ph idx="1" type="body"/>
          </p:nvPr>
        </p:nvSpPr>
        <p:spPr>
          <a:xfrm>
            <a:off x="838200" y="312234"/>
            <a:ext cx="10515600" cy="5864729"/>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00000"/>
              </a:buClr>
              <a:buSzPts val="3000"/>
              <a:buChar char="•"/>
            </a:pPr>
            <a:r>
              <a:rPr b="0" i="0" lang="en-US">
                <a:solidFill>
                  <a:srgbClr val="000000"/>
                </a:solidFill>
                <a:latin typeface="Quattrocento Sans"/>
                <a:ea typeface="Quattrocento Sans"/>
                <a:cs typeface="Quattrocento Sans"/>
                <a:sym typeface="Quattrocento Sans"/>
              </a:rPr>
              <a:t>Many Values to Multiple Variables</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Verdana"/>
                <a:ea typeface="Verdana"/>
                <a:cs typeface="Verdana"/>
                <a:sym typeface="Verdana"/>
              </a:rPr>
              <a:t>Python allows you to assign values to multiple variables in one line:</a:t>
            </a:r>
            <a:endParaRPr/>
          </a:p>
          <a:p>
            <a:pPr indent="-38100" lvl="0" marL="228600" rtl="0" algn="l">
              <a:lnSpc>
                <a:spcPct val="120000"/>
              </a:lnSpc>
              <a:spcBef>
                <a:spcPts val="1000"/>
              </a:spcBef>
              <a:spcAft>
                <a:spcPts val="0"/>
              </a:spcAft>
              <a:buClr>
                <a:schemeClr val="dk1"/>
              </a:buClr>
              <a:buSzPts val="3000"/>
              <a:buNone/>
            </a:pPr>
            <a:r>
              <a:t/>
            </a:r>
            <a:endParaRPr/>
          </a:p>
          <a:p>
            <a:pPr indent="-228600" lvl="0" marL="228600" rtl="0" algn="l">
              <a:lnSpc>
                <a:spcPct val="120000"/>
              </a:lnSpc>
              <a:spcBef>
                <a:spcPts val="1000"/>
              </a:spcBef>
              <a:spcAft>
                <a:spcPts val="0"/>
              </a:spcAft>
              <a:buClr>
                <a:schemeClr val="dk1"/>
              </a:buClr>
              <a:buSzPts val="3000"/>
              <a:buChar char="•"/>
            </a:pPr>
            <a:r>
              <a:rPr lang="en-US"/>
              <a:t>Example</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Consolas"/>
                <a:ea typeface="Consolas"/>
                <a:cs typeface="Consolas"/>
                <a:sym typeface="Consolas"/>
              </a:rPr>
              <a:t>x, y, z = </a:t>
            </a:r>
            <a:r>
              <a:rPr b="0" i="0" lang="en-US">
                <a:solidFill>
                  <a:srgbClr val="A52A2A"/>
                </a:solidFill>
                <a:latin typeface="Consolas"/>
                <a:ea typeface="Consolas"/>
                <a:cs typeface="Consolas"/>
                <a:sym typeface="Consolas"/>
              </a:rPr>
              <a:t>"Orange"</a:t>
            </a:r>
            <a:r>
              <a:rPr b="0" i="0" lang="en-US">
                <a:solidFill>
                  <a:srgbClr val="000000"/>
                </a:solidFill>
                <a:latin typeface="Consolas"/>
                <a:ea typeface="Consolas"/>
                <a:cs typeface="Consolas"/>
                <a:sym typeface="Consolas"/>
              </a:rPr>
              <a:t>, </a:t>
            </a:r>
            <a:r>
              <a:rPr b="0" i="0" lang="en-US">
                <a:solidFill>
                  <a:srgbClr val="A52A2A"/>
                </a:solidFill>
                <a:latin typeface="Consolas"/>
                <a:ea typeface="Consolas"/>
                <a:cs typeface="Consolas"/>
                <a:sym typeface="Consolas"/>
              </a:rPr>
              <a:t>"Banana"</a:t>
            </a:r>
            <a:r>
              <a:rPr b="0" i="0" lang="en-US">
                <a:solidFill>
                  <a:srgbClr val="000000"/>
                </a:solidFill>
                <a:latin typeface="Consolas"/>
                <a:ea typeface="Consolas"/>
                <a:cs typeface="Consolas"/>
                <a:sym typeface="Consolas"/>
              </a:rPr>
              <a:t>, </a:t>
            </a:r>
            <a:r>
              <a:rPr b="0" i="0" lang="en-US">
                <a:solidFill>
                  <a:srgbClr val="A52A2A"/>
                </a:solidFill>
                <a:latin typeface="Consolas"/>
                <a:ea typeface="Consolas"/>
                <a:cs typeface="Consolas"/>
                <a:sym typeface="Consolas"/>
              </a:rPr>
              <a:t>"Cherry"</a:t>
            </a:r>
            <a:br>
              <a:rPr lang="en-US"/>
            </a:b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(x)</a:t>
            </a:r>
            <a:br>
              <a:rPr lang="en-US"/>
            </a:b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(y)</a:t>
            </a:r>
            <a:br>
              <a:rPr lang="en-US"/>
            </a:b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(z)</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30"/>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3600"/>
              <a:buFont typeface="Quattrocento Sans"/>
              <a:buNone/>
            </a:pPr>
            <a:r>
              <a:rPr b="0" i="0" lang="en-US">
                <a:solidFill>
                  <a:srgbClr val="000000"/>
                </a:solidFill>
                <a:latin typeface="Quattrocento Sans"/>
                <a:ea typeface="Quattrocento Sans"/>
                <a:cs typeface="Quattrocento Sans"/>
                <a:sym typeface="Quattrocento Sans"/>
              </a:rPr>
              <a:t>OUTPUT VARIABLES</a:t>
            </a:r>
            <a:br>
              <a:rPr b="0" i="0" lang="en-US">
                <a:solidFill>
                  <a:srgbClr val="000000"/>
                </a:solidFill>
                <a:latin typeface="Quattrocento Sans"/>
                <a:ea typeface="Quattrocento Sans"/>
                <a:cs typeface="Quattrocento Sans"/>
                <a:sym typeface="Quattrocento Sans"/>
              </a:rPr>
            </a:br>
            <a:endParaRPr/>
          </a:p>
        </p:txBody>
      </p:sp>
      <p:sp>
        <p:nvSpPr>
          <p:cNvPr id="302" name="Google Shape;302;p30"/>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00000"/>
              </a:buClr>
              <a:buSzPts val="3000"/>
              <a:buChar char="•"/>
            </a:pPr>
            <a:r>
              <a:rPr b="0" i="0" lang="en-US">
                <a:solidFill>
                  <a:srgbClr val="000000"/>
                </a:solidFill>
                <a:latin typeface="Verdana"/>
                <a:ea typeface="Verdana"/>
                <a:cs typeface="Verdana"/>
                <a:sym typeface="Verdana"/>
              </a:rPr>
              <a:t>The Python print() function is often used to output variables.</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Quattrocento Sans"/>
                <a:ea typeface="Quattrocento Sans"/>
                <a:cs typeface="Quattrocento Sans"/>
                <a:sym typeface="Quattrocento Sans"/>
              </a:rPr>
              <a:t>Example</a:t>
            </a:r>
            <a:endParaRPr/>
          </a:p>
          <a:p>
            <a:pPr indent="-228600" lvl="0" marL="228600" rtl="0" algn="l">
              <a:lnSpc>
                <a:spcPct val="120000"/>
              </a:lnSpc>
              <a:spcBef>
                <a:spcPts val="1000"/>
              </a:spcBef>
              <a:spcAft>
                <a:spcPts val="0"/>
              </a:spcAft>
              <a:buClr>
                <a:srgbClr val="000000"/>
              </a:buClr>
              <a:buSzPts val="3000"/>
              <a:buChar char="•"/>
            </a:pPr>
            <a:r>
              <a:rPr b="0" i="0" lang="en-US">
                <a:solidFill>
                  <a:srgbClr val="000000"/>
                </a:solidFill>
                <a:latin typeface="Consolas"/>
                <a:ea typeface="Consolas"/>
                <a:cs typeface="Consolas"/>
                <a:sym typeface="Consolas"/>
              </a:rPr>
              <a:t>x = </a:t>
            </a:r>
            <a:r>
              <a:rPr b="0" i="0" lang="en-US">
                <a:solidFill>
                  <a:srgbClr val="A52A2A"/>
                </a:solidFill>
                <a:latin typeface="Consolas"/>
                <a:ea typeface="Consolas"/>
                <a:cs typeface="Consolas"/>
                <a:sym typeface="Consolas"/>
              </a:rPr>
              <a:t>"Python is awesome"</a:t>
            </a:r>
            <a:br>
              <a:rPr lang="en-US"/>
            </a:br>
            <a:r>
              <a:rPr b="0" i="0" lang="en-US">
                <a:solidFill>
                  <a:srgbClr val="0000CD"/>
                </a:solidFill>
                <a:latin typeface="Consolas"/>
                <a:ea typeface="Consolas"/>
                <a:cs typeface="Consolas"/>
                <a:sym typeface="Consolas"/>
              </a:rPr>
              <a:t>print</a:t>
            </a:r>
            <a:r>
              <a:rPr b="0" i="0" lang="en-US">
                <a:solidFill>
                  <a:srgbClr val="000000"/>
                </a:solidFill>
                <a:latin typeface="Consolas"/>
                <a:ea typeface="Consolas"/>
                <a:cs typeface="Consolas"/>
                <a:sym typeface="Consolas"/>
              </a:rPr>
              <a:t>(x)</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wentieth Century"/>
              <a:buNone/>
            </a:pPr>
            <a:r>
              <a:rPr lang="en-US"/>
              <a:t>PYTHON OPERATORS</a:t>
            </a:r>
            <a:endParaRPr/>
          </a:p>
        </p:txBody>
      </p:sp>
      <p:sp>
        <p:nvSpPr>
          <p:cNvPr id="308" name="Google Shape;308;p31"/>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chemeClr val="dk1"/>
              </a:buClr>
              <a:buSzPct val="125000"/>
              <a:buChar char="•"/>
            </a:pPr>
            <a:r>
              <a:rPr lang="en-US"/>
              <a:t>+ Addition</a:t>
            </a:r>
            <a:endParaRPr/>
          </a:p>
          <a:p>
            <a:pPr indent="-228600" lvl="0" marL="228600" rtl="0" algn="l">
              <a:lnSpc>
                <a:spcPct val="120000"/>
              </a:lnSpc>
              <a:spcBef>
                <a:spcPts val="1000"/>
              </a:spcBef>
              <a:spcAft>
                <a:spcPts val="0"/>
              </a:spcAft>
              <a:buClr>
                <a:schemeClr val="dk1"/>
              </a:buClr>
              <a:buSzPct val="125000"/>
              <a:buChar char="•"/>
            </a:pPr>
            <a:r>
              <a:rPr lang="en-US"/>
              <a:t>- Subtraction</a:t>
            </a:r>
            <a:endParaRPr/>
          </a:p>
          <a:p>
            <a:pPr indent="-228600" lvl="0" marL="228600" rtl="0" algn="l">
              <a:lnSpc>
                <a:spcPct val="120000"/>
              </a:lnSpc>
              <a:spcBef>
                <a:spcPts val="1000"/>
              </a:spcBef>
              <a:spcAft>
                <a:spcPts val="0"/>
              </a:spcAft>
              <a:buClr>
                <a:schemeClr val="dk1"/>
              </a:buClr>
              <a:buSzPct val="125000"/>
              <a:buChar char="•"/>
            </a:pPr>
            <a:r>
              <a:rPr lang="en-US"/>
              <a:t>* multiplication</a:t>
            </a:r>
            <a:endParaRPr/>
          </a:p>
          <a:p>
            <a:pPr indent="-228600" lvl="0" marL="228600" rtl="0" algn="l">
              <a:lnSpc>
                <a:spcPct val="120000"/>
              </a:lnSpc>
              <a:spcBef>
                <a:spcPts val="1000"/>
              </a:spcBef>
              <a:spcAft>
                <a:spcPts val="0"/>
              </a:spcAft>
              <a:buClr>
                <a:schemeClr val="dk1"/>
              </a:buClr>
              <a:buSzPct val="125000"/>
              <a:buChar char="•"/>
            </a:pPr>
            <a:r>
              <a:rPr lang="en-US"/>
              <a:t>/ division</a:t>
            </a:r>
            <a:endParaRPr/>
          </a:p>
          <a:p>
            <a:pPr indent="-228600" lvl="0" marL="228600" rtl="0" algn="l">
              <a:lnSpc>
                <a:spcPct val="120000"/>
              </a:lnSpc>
              <a:spcBef>
                <a:spcPts val="1000"/>
              </a:spcBef>
              <a:spcAft>
                <a:spcPts val="0"/>
              </a:spcAft>
              <a:buClr>
                <a:schemeClr val="dk1"/>
              </a:buClr>
              <a:buSzPct val="125000"/>
              <a:buChar char="•"/>
            </a:pPr>
            <a:r>
              <a:rPr lang="en-US"/>
              <a:t>% mod </a:t>
            </a:r>
            <a:r>
              <a:rPr b="0" i="0" lang="en-US">
                <a:solidFill>
                  <a:srgbClr val="0B0B0B"/>
                </a:solidFill>
                <a:latin typeface="Open Sans"/>
                <a:ea typeface="Open Sans"/>
                <a:cs typeface="Open Sans"/>
                <a:sym typeface="Open Sans"/>
              </a:rPr>
              <a:t>(the remainder after dividing)</a:t>
            </a:r>
            <a:endParaRPr/>
          </a:p>
          <a:p>
            <a:pPr indent="-228600" lvl="0" marL="228600" rtl="0" algn="l">
              <a:lnSpc>
                <a:spcPct val="120000"/>
              </a:lnSpc>
              <a:spcBef>
                <a:spcPts val="1000"/>
              </a:spcBef>
              <a:spcAft>
                <a:spcPts val="0"/>
              </a:spcAft>
              <a:buClr>
                <a:srgbClr val="0B0B0B"/>
              </a:buClr>
              <a:buSzPct val="125000"/>
              <a:buChar char="•"/>
            </a:pPr>
            <a:r>
              <a:rPr lang="en-US">
                <a:solidFill>
                  <a:srgbClr val="0B0B0B"/>
                </a:solidFill>
                <a:latin typeface="Open Sans"/>
                <a:ea typeface="Open Sans"/>
                <a:cs typeface="Open Sans"/>
                <a:sym typeface="Open Sans"/>
              </a:rPr>
              <a:t>** </a:t>
            </a:r>
            <a:r>
              <a:rPr b="0" i="0" lang="en-US">
                <a:solidFill>
                  <a:srgbClr val="0B0B0B"/>
                </a:solidFill>
                <a:latin typeface="Open Sans"/>
                <a:ea typeface="Open Sans"/>
                <a:cs typeface="Open Sans"/>
                <a:sym typeface="Open Sans"/>
              </a:rPr>
              <a:t>Exponentiation </a:t>
            </a:r>
            <a:endParaRPr/>
          </a:p>
          <a:p>
            <a:pPr indent="-228600" lvl="0" marL="228600" rtl="0" algn="l">
              <a:lnSpc>
                <a:spcPct val="120000"/>
              </a:lnSpc>
              <a:spcBef>
                <a:spcPts val="1000"/>
              </a:spcBef>
              <a:spcAft>
                <a:spcPts val="0"/>
              </a:spcAft>
              <a:buClr>
                <a:srgbClr val="0B0B0B"/>
              </a:buClr>
              <a:buSzPct val="125000"/>
              <a:buChar char="•"/>
            </a:pPr>
            <a:r>
              <a:rPr lang="en-US">
                <a:solidFill>
                  <a:srgbClr val="0B0B0B"/>
                </a:solidFill>
                <a:latin typeface="Open Sans"/>
                <a:ea typeface="Open Sans"/>
                <a:cs typeface="Open Sans"/>
                <a:sym typeface="Open Sans"/>
              </a:rPr>
              <a:t>// </a:t>
            </a:r>
            <a:r>
              <a:rPr b="0" i="0" lang="en-US">
                <a:solidFill>
                  <a:srgbClr val="0B0B0B"/>
                </a:solidFill>
                <a:latin typeface="Open Sans"/>
                <a:ea typeface="Open Sans"/>
                <a:cs typeface="Open Sans"/>
                <a:sym typeface="Open Sans"/>
              </a:rPr>
              <a:t>Divides and rounds down to the nearest integer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p32"/>
          <p:cNvPicPr preferRelativeResize="0"/>
          <p:nvPr/>
        </p:nvPicPr>
        <p:blipFill rotWithShape="1">
          <a:blip r:embed="rId3">
            <a:alphaModFix/>
          </a:blip>
          <a:srcRect b="0" l="0" r="0" t="0"/>
          <a:stretch/>
        </p:blipFill>
        <p:spPr>
          <a:xfrm>
            <a:off x="438112" y="635619"/>
            <a:ext cx="10976982" cy="541949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3"/>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0B0B"/>
              </a:buClr>
              <a:buSzPts val="3600"/>
              <a:buFont typeface="Arial"/>
              <a:buNone/>
            </a:pPr>
            <a:r>
              <a:rPr b="0" i="0" lang="en-US">
                <a:solidFill>
                  <a:srgbClr val="0B0B0B"/>
                </a:solidFill>
                <a:latin typeface="Arial"/>
                <a:ea typeface="Arial"/>
                <a:cs typeface="Arial"/>
                <a:sym typeface="Arial"/>
              </a:rPr>
              <a:t>STRINGS</a:t>
            </a:r>
            <a:endParaRPr/>
          </a:p>
        </p:txBody>
      </p:sp>
      <p:sp>
        <p:nvSpPr>
          <p:cNvPr id="319" name="Google Shape;319;p33"/>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0B0B0B"/>
              </a:buClr>
              <a:buSzPts val="3000"/>
              <a:buChar char="•"/>
            </a:pPr>
            <a:r>
              <a:rPr b="0" i="0" lang="en-US">
                <a:solidFill>
                  <a:srgbClr val="0B0B0B"/>
                </a:solidFill>
                <a:latin typeface="Open Sans"/>
                <a:ea typeface="Open Sans"/>
                <a:cs typeface="Open Sans"/>
                <a:sym typeface="Open Sans"/>
              </a:rPr>
              <a:t>Strings in Python are shown as the variable type (str) You can define a string with either double quotes (“ “) or single quote (‘ ‘)</a:t>
            </a:r>
            <a:endParaRPr/>
          </a:p>
          <a:p>
            <a:pPr indent="-38100" lvl="0" marL="228600" rtl="0" algn="l">
              <a:lnSpc>
                <a:spcPct val="120000"/>
              </a:lnSpc>
              <a:spcBef>
                <a:spcPts val="1000"/>
              </a:spcBef>
              <a:spcAft>
                <a:spcPts val="0"/>
              </a:spcAft>
              <a:buClr>
                <a:schemeClr val="dk1"/>
              </a:buClr>
              <a:buSzPts val="3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4"/>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B0B0B"/>
              </a:buClr>
              <a:buSzPts val="3600"/>
              <a:buFont typeface="Arial"/>
              <a:buNone/>
            </a:pPr>
            <a:r>
              <a:rPr b="0" i="0" lang="en-US">
                <a:solidFill>
                  <a:srgbClr val="0B0B0B"/>
                </a:solidFill>
                <a:latin typeface="Arial"/>
                <a:ea typeface="Arial"/>
                <a:cs typeface="Arial"/>
                <a:sym typeface="Arial"/>
              </a:rPr>
              <a:t>STRING METHODS</a:t>
            </a:r>
            <a:br>
              <a:rPr b="0" i="0" lang="en-US">
                <a:solidFill>
                  <a:srgbClr val="0B0B0B"/>
                </a:solidFill>
                <a:latin typeface="Arial"/>
                <a:ea typeface="Arial"/>
                <a:cs typeface="Arial"/>
                <a:sym typeface="Arial"/>
              </a:rPr>
            </a:br>
            <a:endParaRPr/>
          </a:p>
        </p:txBody>
      </p:sp>
      <p:sp>
        <p:nvSpPr>
          <p:cNvPr id="325" name="Google Shape;325;p34"/>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Clr>
                <a:srgbClr val="222222"/>
              </a:buClr>
              <a:buSzPts val="3000"/>
              <a:buChar char="•"/>
            </a:pPr>
            <a:r>
              <a:rPr b="1" i="0" lang="en-US">
                <a:solidFill>
                  <a:srgbClr val="222222"/>
                </a:solidFill>
                <a:latin typeface="Arial"/>
                <a:ea typeface="Arial"/>
                <a:cs typeface="Arial"/>
                <a:sym typeface="Arial"/>
              </a:rPr>
              <a:t>Accessing Values in Strings</a:t>
            </a:r>
            <a:endParaRPr/>
          </a:p>
          <a:p>
            <a:pPr indent="-228600" lvl="0" marL="228600" rtl="0" algn="l">
              <a:lnSpc>
                <a:spcPct val="120000"/>
              </a:lnSpc>
              <a:spcBef>
                <a:spcPts val="1000"/>
              </a:spcBef>
              <a:spcAft>
                <a:spcPts val="0"/>
              </a:spcAft>
              <a:buClr>
                <a:srgbClr val="222222"/>
              </a:buClr>
              <a:buSzPts val="3000"/>
              <a:buChar char="•"/>
            </a:pPr>
            <a:r>
              <a:rPr b="0" i="0" lang="en-US">
                <a:solidFill>
                  <a:srgbClr val="222222"/>
                </a:solidFill>
                <a:latin typeface="Arial"/>
                <a:ea typeface="Arial"/>
                <a:cs typeface="Arial"/>
                <a:sym typeface="Arial"/>
              </a:rPr>
              <a:t>We use square brackets for slicing along with the index or indices to obtain a substring.</a:t>
            </a:r>
            <a:endParaRPr/>
          </a:p>
          <a:p>
            <a:pPr indent="-228600" lvl="0" marL="228600" rtl="0" algn="l">
              <a:lnSpc>
                <a:spcPct val="120000"/>
              </a:lnSpc>
              <a:spcBef>
                <a:spcPts val="1000"/>
              </a:spcBef>
              <a:spcAft>
                <a:spcPts val="0"/>
              </a:spcAft>
              <a:buClr>
                <a:schemeClr val="dk1"/>
              </a:buClr>
              <a:buSzPts val="3000"/>
              <a:buChar char="•"/>
            </a:pPr>
            <a:r>
              <a:rPr lang="en-US"/>
              <a:t>var1 = “MANU!"</a:t>
            </a:r>
            <a:endParaRPr/>
          </a:p>
          <a:p>
            <a:pPr indent="-228600" lvl="0" marL="228600" rtl="0" algn="l">
              <a:lnSpc>
                <a:spcPct val="120000"/>
              </a:lnSpc>
              <a:spcBef>
                <a:spcPts val="1000"/>
              </a:spcBef>
              <a:spcAft>
                <a:spcPts val="0"/>
              </a:spcAft>
              <a:buClr>
                <a:schemeClr val="dk1"/>
              </a:buClr>
              <a:buSzPts val="3000"/>
              <a:buChar char="•"/>
            </a:pPr>
            <a:r>
              <a:rPr lang="en-US"/>
              <a:t>var2 = "Software Testing"</a:t>
            </a:r>
            <a:endParaRPr/>
          </a:p>
          <a:p>
            <a:pPr indent="-228600" lvl="0" marL="228600" rtl="0" algn="l">
              <a:lnSpc>
                <a:spcPct val="120000"/>
              </a:lnSpc>
              <a:spcBef>
                <a:spcPts val="1000"/>
              </a:spcBef>
              <a:spcAft>
                <a:spcPts val="0"/>
              </a:spcAft>
              <a:buClr>
                <a:schemeClr val="dk1"/>
              </a:buClr>
              <a:buSzPts val="3000"/>
              <a:buChar char="•"/>
            </a:pPr>
            <a:r>
              <a:rPr lang="en-US"/>
              <a:t>print ("var1[0]:",var1[0])</a:t>
            </a:r>
            <a:endParaRPr/>
          </a:p>
          <a:p>
            <a:pPr indent="-228600" lvl="0" marL="228600" rtl="0" algn="l">
              <a:lnSpc>
                <a:spcPct val="120000"/>
              </a:lnSpc>
              <a:spcBef>
                <a:spcPts val="1000"/>
              </a:spcBef>
              <a:spcAft>
                <a:spcPts val="0"/>
              </a:spcAft>
              <a:buClr>
                <a:schemeClr val="dk1"/>
              </a:buClr>
              <a:buSzPts val="3000"/>
              <a:buChar char="•"/>
            </a:pPr>
            <a:r>
              <a:rPr lang="en-US"/>
              <a:t>print ("var2[1:5]:",var2[1:5])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5"/>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wentieth Century"/>
              <a:buNone/>
            </a:pPr>
            <a:r>
              <a:rPr lang="en-US"/>
              <a:t>ANOTHER EXAMPLE</a:t>
            </a:r>
            <a:endParaRPr/>
          </a:p>
        </p:txBody>
      </p:sp>
      <p:sp>
        <p:nvSpPr>
          <p:cNvPr id="331" name="Google Shape;331;p35"/>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3000"/>
              <a:buChar char="•"/>
            </a:pPr>
            <a:r>
              <a:rPr lang="en-US"/>
              <a:t>x = "Hello World!"</a:t>
            </a:r>
            <a:endParaRPr/>
          </a:p>
          <a:p>
            <a:pPr indent="-228600" lvl="0" marL="228600" rtl="0" algn="l">
              <a:lnSpc>
                <a:spcPct val="120000"/>
              </a:lnSpc>
              <a:spcBef>
                <a:spcPts val="1000"/>
              </a:spcBef>
              <a:spcAft>
                <a:spcPts val="0"/>
              </a:spcAft>
              <a:buClr>
                <a:schemeClr val="dk1"/>
              </a:buClr>
              <a:buSzPts val="3000"/>
              <a:buChar char="•"/>
            </a:pPr>
            <a:r>
              <a:rPr lang="en-US"/>
              <a:t>print(x[:6]) </a:t>
            </a:r>
            <a:endParaRPr/>
          </a:p>
          <a:p>
            <a:pPr indent="-228600" lvl="0" marL="228600" rtl="0" algn="l">
              <a:lnSpc>
                <a:spcPct val="120000"/>
              </a:lnSpc>
              <a:spcBef>
                <a:spcPts val="1000"/>
              </a:spcBef>
              <a:spcAft>
                <a:spcPts val="0"/>
              </a:spcAft>
              <a:buClr>
                <a:schemeClr val="dk1"/>
              </a:buClr>
              <a:buSzPts val="3000"/>
              <a:buChar char="•"/>
            </a:pPr>
            <a:r>
              <a:rPr lang="en-US"/>
              <a:t>print(x[0:6] + “Manu")</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6"/>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3600"/>
              <a:buFont typeface="Arial"/>
              <a:buNone/>
            </a:pPr>
            <a:r>
              <a:rPr i="0" lang="en-US">
                <a:solidFill>
                  <a:srgbClr val="222222"/>
                </a:solidFill>
                <a:latin typeface="Arial"/>
                <a:ea typeface="Arial"/>
                <a:cs typeface="Arial"/>
                <a:sym typeface="Arial"/>
              </a:rPr>
              <a:t>PYTHON STRING REPLACE() METHOD</a:t>
            </a:r>
            <a:endParaRPr/>
          </a:p>
        </p:txBody>
      </p:sp>
      <p:sp>
        <p:nvSpPr>
          <p:cNvPr id="337" name="Google Shape;337;p36"/>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3000"/>
              <a:buChar char="•"/>
            </a:pPr>
            <a:r>
              <a:rPr lang="en-US"/>
              <a:t>oldstring = 'I like python' </a:t>
            </a:r>
            <a:endParaRPr/>
          </a:p>
          <a:p>
            <a:pPr indent="-228600" lvl="0" marL="228600" rtl="0" algn="l">
              <a:lnSpc>
                <a:spcPct val="120000"/>
              </a:lnSpc>
              <a:spcBef>
                <a:spcPts val="1000"/>
              </a:spcBef>
              <a:spcAft>
                <a:spcPts val="0"/>
              </a:spcAft>
              <a:buClr>
                <a:schemeClr val="dk1"/>
              </a:buClr>
              <a:buSzPts val="3000"/>
              <a:buChar char="•"/>
            </a:pPr>
            <a:r>
              <a:rPr lang="en-US"/>
              <a:t>newstring = oldstring.replace('like', 'love')</a:t>
            </a:r>
            <a:endParaRPr/>
          </a:p>
          <a:p>
            <a:pPr indent="-228600" lvl="0" marL="228600" rtl="0" algn="l">
              <a:lnSpc>
                <a:spcPct val="120000"/>
              </a:lnSpc>
              <a:spcBef>
                <a:spcPts val="1000"/>
              </a:spcBef>
              <a:spcAft>
                <a:spcPts val="0"/>
              </a:spcAft>
              <a:buClr>
                <a:schemeClr val="dk1"/>
              </a:buClr>
              <a:buSzPts val="3000"/>
              <a:buChar char="•"/>
            </a:pPr>
            <a:r>
              <a:rPr lang="en-US"/>
              <a:t>print(newstring)</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7"/>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3600"/>
              <a:buFont typeface="Arial"/>
              <a:buNone/>
            </a:pPr>
            <a:r>
              <a:rPr i="0" lang="en-US">
                <a:solidFill>
                  <a:srgbClr val="222222"/>
                </a:solidFill>
                <a:latin typeface="Arial"/>
                <a:ea typeface="Arial"/>
                <a:cs typeface="Arial"/>
                <a:sym typeface="Arial"/>
              </a:rPr>
              <a:t>CHANGING UPPER AND LOWER CASE STRINGS</a:t>
            </a:r>
            <a:endParaRPr/>
          </a:p>
        </p:txBody>
      </p:sp>
      <p:sp>
        <p:nvSpPr>
          <p:cNvPr id="343" name="Google Shape;343;p37"/>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chemeClr val="dk1"/>
              </a:buClr>
              <a:buSzPts val="3000"/>
              <a:buChar char="•"/>
            </a:pPr>
            <a:r>
              <a:rPr lang="en-US"/>
              <a:t>string="python at manu"</a:t>
            </a:r>
            <a:endParaRPr/>
          </a:p>
          <a:p>
            <a:pPr indent="-228600" lvl="0" marL="228600" rtl="0" algn="l">
              <a:lnSpc>
                <a:spcPct val="120000"/>
              </a:lnSpc>
              <a:spcBef>
                <a:spcPts val="1000"/>
              </a:spcBef>
              <a:spcAft>
                <a:spcPts val="0"/>
              </a:spcAft>
              <a:buClr>
                <a:schemeClr val="dk1"/>
              </a:buClr>
              <a:buSzPts val="3000"/>
              <a:buChar char="•"/>
            </a:pPr>
            <a:r>
              <a:rPr lang="en-US"/>
              <a:t>print(string.upper())</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8"/>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3600"/>
              <a:buFont typeface="Arial"/>
              <a:buNone/>
            </a:pPr>
            <a:r>
              <a:rPr i="0" lang="en-US">
                <a:solidFill>
                  <a:srgbClr val="222222"/>
                </a:solidFill>
                <a:latin typeface="Arial"/>
                <a:ea typeface="Arial"/>
                <a:cs typeface="Arial"/>
                <a:sym typeface="Arial"/>
              </a:rPr>
              <a:t>USING “JOIN” FUNCTION FOR THE STRING</a:t>
            </a:r>
            <a:br>
              <a:rPr b="1" i="0" lang="en-US">
                <a:solidFill>
                  <a:srgbClr val="222222"/>
                </a:solidFill>
                <a:latin typeface="Arial"/>
                <a:ea typeface="Arial"/>
                <a:cs typeface="Arial"/>
                <a:sym typeface="Arial"/>
              </a:rPr>
            </a:br>
            <a:endParaRPr/>
          </a:p>
        </p:txBody>
      </p:sp>
      <p:sp>
        <p:nvSpPr>
          <p:cNvPr id="349" name="Google Shape;349;p38"/>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20000"/>
              </a:lnSpc>
              <a:spcBef>
                <a:spcPts val="0"/>
              </a:spcBef>
              <a:spcAft>
                <a:spcPts val="0"/>
              </a:spcAft>
              <a:buClr>
                <a:srgbClr val="222222"/>
              </a:buClr>
              <a:buSzPts val="3000"/>
              <a:buChar char="•"/>
            </a:pPr>
            <a:r>
              <a:rPr b="0" i="0" lang="en-US">
                <a:solidFill>
                  <a:srgbClr val="222222"/>
                </a:solidFill>
                <a:latin typeface="Arial"/>
                <a:ea typeface="Arial"/>
                <a:cs typeface="Arial"/>
                <a:sym typeface="Arial"/>
              </a:rPr>
              <a:t>The join function is a more flexible way for concatenating string. With join function, you can add any character into the string.</a:t>
            </a:r>
            <a:endParaRPr/>
          </a:p>
          <a:p>
            <a:pPr indent="-228600" lvl="0" marL="228600" rtl="0" algn="l">
              <a:lnSpc>
                <a:spcPct val="120000"/>
              </a:lnSpc>
              <a:spcBef>
                <a:spcPts val="1000"/>
              </a:spcBef>
              <a:spcAft>
                <a:spcPts val="0"/>
              </a:spcAft>
              <a:buClr>
                <a:srgbClr val="222222"/>
              </a:buClr>
              <a:buSzPts val="3000"/>
              <a:buChar char="•"/>
            </a:pPr>
            <a:r>
              <a:rPr b="0" i="0" lang="en-US">
                <a:solidFill>
                  <a:srgbClr val="222222"/>
                </a:solidFill>
                <a:latin typeface="Arial"/>
                <a:ea typeface="Arial"/>
                <a:cs typeface="Arial"/>
                <a:sym typeface="Arial"/>
              </a:rPr>
              <a:t>For example, if you want to add a colon (:) after every character in the string “Python” you can use the following code.</a:t>
            </a:r>
            <a:endParaRPr/>
          </a:p>
          <a:p>
            <a:pPr indent="-38100" lvl="0" marL="228600" rtl="0" algn="l">
              <a:lnSpc>
                <a:spcPct val="120000"/>
              </a:lnSpc>
              <a:spcBef>
                <a:spcPts val="1000"/>
              </a:spcBef>
              <a:spcAft>
                <a:spcPts val="0"/>
              </a:spcAft>
              <a:buClr>
                <a:schemeClr val="dk1"/>
              </a:buClr>
              <a:buSzPts val="3000"/>
              <a:buNone/>
            </a:pPr>
            <a:r>
              <a:t/>
            </a:r>
            <a:endParaRPr>
              <a:solidFill>
                <a:srgbClr val="222222"/>
              </a:solidFill>
              <a:latin typeface="Arial"/>
              <a:ea typeface="Arial"/>
              <a:cs typeface="Arial"/>
              <a:sym typeface="Arial"/>
            </a:endParaRPr>
          </a:p>
          <a:p>
            <a:pPr indent="-38100" lvl="0" marL="228600" rtl="0" algn="l">
              <a:lnSpc>
                <a:spcPct val="120000"/>
              </a:lnSpc>
              <a:spcBef>
                <a:spcPts val="1000"/>
              </a:spcBef>
              <a:spcAft>
                <a:spcPts val="0"/>
              </a:spcAft>
              <a:buClr>
                <a:schemeClr val="dk1"/>
              </a:buClr>
              <a:buSzPts val="3000"/>
              <a:buNone/>
            </a:pPr>
            <a:r>
              <a:t/>
            </a:r>
            <a:endParaRPr b="0" i="0">
              <a:solidFill>
                <a:srgbClr val="222222"/>
              </a:solidFill>
              <a:latin typeface="Arial"/>
              <a:ea typeface="Arial"/>
              <a:cs typeface="Arial"/>
              <a:sym typeface="Arial"/>
            </a:endParaRPr>
          </a:p>
          <a:p>
            <a:pPr indent="-228600" lvl="0" marL="228600" rtl="0" algn="l">
              <a:lnSpc>
                <a:spcPct val="120000"/>
              </a:lnSpc>
              <a:spcBef>
                <a:spcPts val="1000"/>
              </a:spcBef>
              <a:spcAft>
                <a:spcPts val="0"/>
              </a:spcAft>
              <a:buClr>
                <a:schemeClr val="dk1"/>
              </a:buClr>
              <a:buSzPts val="3000"/>
              <a:buChar char="•"/>
            </a:pPr>
            <a:r>
              <a:rPr lang="en-US"/>
              <a:t>print(":".join("Python"))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9"/>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3600"/>
              <a:buFont typeface="Arial"/>
              <a:buNone/>
            </a:pPr>
            <a:r>
              <a:rPr i="0" lang="en-US">
                <a:solidFill>
                  <a:srgbClr val="222222"/>
                </a:solidFill>
                <a:latin typeface="Arial"/>
                <a:ea typeface="Arial"/>
                <a:cs typeface="Arial"/>
                <a:sym typeface="Arial"/>
              </a:rPr>
              <a:t>REVERSING STRING</a:t>
            </a:r>
            <a:br>
              <a:rPr b="1" i="0" lang="en-US">
                <a:solidFill>
                  <a:srgbClr val="222222"/>
                </a:solidFill>
                <a:latin typeface="Arial"/>
                <a:ea typeface="Arial"/>
                <a:cs typeface="Arial"/>
                <a:sym typeface="Arial"/>
              </a:rPr>
            </a:br>
            <a:endParaRPr/>
          </a:p>
        </p:txBody>
      </p:sp>
      <p:sp>
        <p:nvSpPr>
          <p:cNvPr id="355" name="Google Shape;355;p39"/>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222222"/>
              </a:buClr>
              <a:buSzPts val="3000"/>
              <a:buChar char="•"/>
            </a:pPr>
            <a:r>
              <a:rPr b="0" i="0" lang="en-US">
                <a:solidFill>
                  <a:srgbClr val="222222"/>
                </a:solidFill>
                <a:latin typeface="Arial"/>
                <a:ea typeface="Arial"/>
                <a:cs typeface="Arial"/>
                <a:sym typeface="Arial"/>
              </a:rPr>
              <a:t>By using the reverse function, you can reverse the string. For example, if we have string “12345” and then if you apply the code for the reverse function as shown below.</a:t>
            </a:r>
            <a:endParaRPr/>
          </a:p>
          <a:p>
            <a:pPr indent="-38100" lvl="0" marL="228600" rtl="0" algn="l">
              <a:lnSpc>
                <a:spcPct val="120000"/>
              </a:lnSpc>
              <a:spcBef>
                <a:spcPts val="1000"/>
              </a:spcBef>
              <a:spcAft>
                <a:spcPts val="0"/>
              </a:spcAft>
              <a:buClr>
                <a:schemeClr val="dk1"/>
              </a:buClr>
              <a:buSzPts val="3000"/>
              <a:buNone/>
            </a:pPr>
            <a:r>
              <a:t/>
            </a:r>
            <a:endParaRPr>
              <a:solidFill>
                <a:srgbClr val="222222"/>
              </a:solidFill>
              <a:latin typeface="Arial"/>
              <a:ea typeface="Arial"/>
              <a:cs typeface="Arial"/>
              <a:sym typeface="Arial"/>
            </a:endParaRPr>
          </a:p>
          <a:p>
            <a:pPr indent="-228600" lvl="0" marL="228600" rtl="0" algn="l">
              <a:lnSpc>
                <a:spcPct val="120000"/>
              </a:lnSpc>
              <a:spcBef>
                <a:spcPts val="1000"/>
              </a:spcBef>
              <a:spcAft>
                <a:spcPts val="0"/>
              </a:spcAft>
              <a:buClr>
                <a:schemeClr val="dk1"/>
              </a:buClr>
              <a:buSzPts val="3000"/>
              <a:buChar char="•"/>
            </a:pPr>
            <a:r>
              <a:rPr lang="en-US"/>
              <a:t>string="12345"</a:t>
            </a:r>
            <a:endParaRPr/>
          </a:p>
          <a:p>
            <a:pPr indent="-228600" lvl="0" marL="228600" rtl="0" algn="l">
              <a:lnSpc>
                <a:spcPct val="120000"/>
              </a:lnSpc>
              <a:spcBef>
                <a:spcPts val="1000"/>
              </a:spcBef>
              <a:spcAft>
                <a:spcPts val="0"/>
              </a:spcAft>
              <a:buClr>
                <a:schemeClr val="dk1"/>
              </a:buClr>
              <a:buSzPts val="3000"/>
              <a:buChar char="•"/>
            </a:pPr>
            <a:r>
              <a:rPr lang="en-US"/>
              <a:t>print(''.join(reversed(string)))</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0"/>
          <p:cNvSpPr txBox="1"/>
          <p:nvPr>
            <p:ph type="title"/>
          </p:nvPr>
        </p:nvSpPr>
        <p:spPr>
          <a:xfrm>
            <a:off x="1141413" y="618518"/>
            <a:ext cx="9905998" cy="14785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3600"/>
              <a:buFont typeface="Arial"/>
              <a:buNone/>
            </a:pPr>
            <a:r>
              <a:rPr i="0" lang="en-US">
                <a:solidFill>
                  <a:srgbClr val="222222"/>
                </a:solidFill>
                <a:latin typeface="Arial"/>
                <a:ea typeface="Arial"/>
                <a:cs typeface="Arial"/>
                <a:sym typeface="Arial"/>
              </a:rPr>
              <a:t>SPLIT STRINGS</a:t>
            </a:r>
            <a:br>
              <a:rPr b="1" i="0" lang="en-US">
                <a:solidFill>
                  <a:srgbClr val="222222"/>
                </a:solidFill>
                <a:latin typeface="Arial"/>
                <a:ea typeface="Arial"/>
                <a:cs typeface="Arial"/>
                <a:sym typeface="Arial"/>
              </a:rPr>
            </a:br>
            <a:endParaRPr/>
          </a:p>
        </p:txBody>
      </p:sp>
      <p:sp>
        <p:nvSpPr>
          <p:cNvPr id="361" name="Google Shape;361;p40"/>
          <p:cNvSpPr txBox="1"/>
          <p:nvPr>
            <p:ph idx="1" type="body"/>
          </p:nvPr>
        </p:nvSpPr>
        <p:spPr>
          <a:xfrm>
            <a:off x="1141412" y="2249487"/>
            <a:ext cx="9905999" cy="3541714"/>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222222"/>
              </a:buClr>
              <a:buSzPts val="3000"/>
              <a:buChar char="•"/>
            </a:pPr>
            <a:r>
              <a:rPr b="0" i="0" lang="en-US">
                <a:solidFill>
                  <a:srgbClr val="222222"/>
                </a:solidFill>
                <a:latin typeface="Arial"/>
                <a:ea typeface="Arial"/>
                <a:cs typeface="Arial"/>
                <a:sym typeface="Arial"/>
              </a:rPr>
              <a:t>Split strings is another function that can be applied in Python let see for string “guru99 career guru99”. First here we will split the string by using the command word.split and get the result.</a:t>
            </a:r>
            <a:endParaRPr/>
          </a:p>
          <a:p>
            <a:pPr indent="-38100" lvl="0" marL="228600" rtl="0" algn="l">
              <a:lnSpc>
                <a:spcPct val="120000"/>
              </a:lnSpc>
              <a:spcBef>
                <a:spcPts val="1000"/>
              </a:spcBef>
              <a:spcAft>
                <a:spcPts val="0"/>
              </a:spcAft>
              <a:buClr>
                <a:schemeClr val="dk1"/>
              </a:buClr>
              <a:buSzPts val="3000"/>
              <a:buNone/>
            </a:pPr>
            <a:r>
              <a:t/>
            </a:r>
            <a:endParaRPr>
              <a:solidFill>
                <a:srgbClr val="222222"/>
              </a:solidFill>
              <a:latin typeface="Arial"/>
              <a:ea typeface="Arial"/>
              <a:cs typeface="Arial"/>
              <a:sym typeface="Arial"/>
            </a:endParaRPr>
          </a:p>
          <a:p>
            <a:pPr indent="-228600" lvl="0" marL="228600" rtl="0" algn="l">
              <a:lnSpc>
                <a:spcPct val="120000"/>
              </a:lnSpc>
              <a:spcBef>
                <a:spcPts val="1000"/>
              </a:spcBef>
              <a:spcAft>
                <a:spcPts val="0"/>
              </a:spcAft>
              <a:buClr>
                <a:schemeClr val="dk1"/>
              </a:buClr>
              <a:buSzPts val="3000"/>
              <a:buChar char="•"/>
            </a:pPr>
            <a:r>
              <a:rPr lang="en-US"/>
              <a:t>word="guru99 career guru99"</a:t>
            </a:r>
            <a:endParaRPr/>
          </a:p>
          <a:p>
            <a:pPr indent="-228600" lvl="0" marL="228600" rtl="0" algn="l">
              <a:lnSpc>
                <a:spcPct val="120000"/>
              </a:lnSpc>
              <a:spcBef>
                <a:spcPts val="1000"/>
              </a:spcBef>
              <a:spcAft>
                <a:spcPts val="0"/>
              </a:spcAft>
              <a:buClr>
                <a:schemeClr val="dk1"/>
              </a:buClr>
              <a:buSzPts val="3000"/>
              <a:buChar char="•"/>
            </a:pPr>
            <a:r>
              <a:rPr lang="en-US"/>
              <a:t>print(word.split('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41"/>
          <p:cNvSpPr txBox="1"/>
          <p:nvPr>
            <p:ph idx="1" type="body"/>
          </p:nvPr>
        </p:nvSpPr>
        <p:spPr>
          <a:xfrm>
            <a:off x="838200" y="211873"/>
            <a:ext cx="10515600" cy="5965090"/>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222222"/>
              </a:buClr>
              <a:buSzPts val="3000"/>
              <a:buChar char="•"/>
            </a:pPr>
            <a:r>
              <a:rPr b="0" i="0" lang="en-US">
                <a:solidFill>
                  <a:srgbClr val="222222"/>
                </a:solidFill>
                <a:latin typeface="Arial"/>
                <a:ea typeface="Arial"/>
                <a:cs typeface="Arial"/>
                <a:sym typeface="Arial"/>
              </a:rPr>
              <a:t>To understand this better we will see one more example of split, instead of space (‘ ‘) we will replace it with (‘r’) and it will split the string wherever ‘r’ is mentioned in the string</a:t>
            </a:r>
            <a:endParaRPr/>
          </a:p>
          <a:p>
            <a:pPr indent="-38100" lvl="0" marL="228600" rtl="0" algn="l">
              <a:lnSpc>
                <a:spcPct val="120000"/>
              </a:lnSpc>
              <a:spcBef>
                <a:spcPts val="1000"/>
              </a:spcBef>
              <a:spcAft>
                <a:spcPts val="0"/>
              </a:spcAft>
              <a:buClr>
                <a:schemeClr val="dk1"/>
              </a:buClr>
              <a:buSzPts val="3000"/>
              <a:buNone/>
            </a:pPr>
            <a:r>
              <a:t/>
            </a:r>
            <a:endParaRPr>
              <a:solidFill>
                <a:srgbClr val="222222"/>
              </a:solidFill>
              <a:latin typeface="Arial"/>
              <a:ea typeface="Arial"/>
              <a:cs typeface="Arial"/>
              <a:sym typeface="Arial"/>
            </a:endParaRPr>
          </a:p>
          <a:p>
            <a:pPr indent="-228600" lvl="0" marL="228600" rtl="0" algn="l">
              <a:lnSpc>
                <a:spcPct val="120000"/>
              </a:lnSpc>
              <a:spcBef>
                <a:spcPts val="1000"/>
              </a:spcBef>
              <a:spcAft>
                <a:spcPts val="0"/>
              </a:spcAft>
              <a:buClr>
                <a:schemeClr val="dk1"/>
              </a:buClr>
              <a:buSzPts val="3000"/>
              <a:buChar char="•"/>
            </a:pPr>
            <a:r>
              <a:rPr lang="en-US"/>
              <a:t>word="guru99 career guru99"</a:t>
            </a:r>
            <a:endParaRPr/>
          </a:p>
          <a:p>
            <a:pPr indent="-228600" lvl="0" marL="228600" rtl="0" algn="l">
              <a:lnSpc>
                <a:spcPct val="120000"/>
              </a:lnSpc>
              <a:spcBef>
                <a:spcPts val="1000"/>
              </a:spcBef>
              <a:spcAft>
                <a:spcPts val="0"/>
              </a:spcAft>
              <a:buClr>
                <a:schemeClr val="dk1"/>
              </a:buClr>
              <a:buSzPts val="3000"/>
              <a:buChar char="•"/>
            </a:pPr>
            <a:r>
              <a:rPr lang="en-US"/>
              <a:t>print(word.split('r'))</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ircuit">
  <a:themeElements>
    <a:clrScheme name="Circuit">
      <a:dk1>
        <a:srgbClr val="000000"/>
      </a:dk1>
      <a:lt1>
        <a:srgbClr val="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