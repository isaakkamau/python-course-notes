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 id="214748367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Quattrocento Sans"/>
      <p:regular r:id="rId27"/>
      <p:bold r:id="rId28"/>
      <p:italic r:id="rId29"/>
      <p:boldItalic r:id="rId30"/>
    </p:embeddedFont>
    <p:embeddedFont>
      <p:font typeface="Helvetica Neue"/>
      <p:regular r:id="rId31"/>
      <p:bold r:id="rId32"/>
      <p:italic r:id="rId33"/>
      <p:boldItalic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QuattrocentoSans-bold.fntdata"/><Relationship Id="rId27" Type="http://schemas.openxmlformats.org/officeDocument/2006/relationships/font" Target="fonts/QuattrocentoSa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QuattrocentoSans-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regular.fntdata"/><Relationship Id="rId30" Type="http://schemas.openxmlformats.org/officeDocument/2006/relationships/font" Target="fonts/QuattrocentoSans-boldItalic.fntdata"/><Relationship Id="rId11" Type="http://schemas.openxmlformats.org/officeDocument/2006/relationships/slide" Target="slides/slide5.xml"/><Relationship Id="rId33" Type="http://schemas.openxmlformats.org/officeDocument/2006/relationships/font" Target="fonts/HelveticaNeue-italic.fntdata"/><Relationship Id="rId10" Type="http://schemas.openxmlformats.org/officeDocument/2006/relationships/slide" Target="slides/slide4.xml"/><Relationship Id="rId32" Type="http://schemas.openxmlformats.org/officeDocument/2006/relationships/font" Target="fonts/HelveticaNeue-bold.fntdata"/><Relationship Id="rId13" Type="http://schemas.openxmlformats.org/officeDocument/2006/relationships/slide" Target="slides/slide7.xml"/><Relationship Id="rId35" Type="http://schemas.openxmlformats.org/officeDocument/2006/relationships/font" Target="fonts/OpenSans-regular.fntdata"/><Relationship Id="rId12" Type="http://schemas.openxmlformats.org/officeDocument/2006/relationships/slide" Target="slides/slide6.xml"/><Relationship Id="rId34" Type="http://schemas.openxmlformats.org/officeDocument/2006/relationships/font" Target="fonts/HelveticaNeue-boldItalic.fntdata"/><Relationship Id="rId15" Type="http://schemas.openxmlformats.org/officeDocument/2006/relationships/slide" Target="slides/slide9.xml"/><Relationship Id="rId37" Type="http://schemas.openxmlformats.org/officeDocument/2006/relationships/font" Target="fonts/OpenSans-italic.fntdata"/><Relationship Id="rId14" Type="http://schemas.openxmlformats.org/officeDocument/2006/relationships/slide" Target="slides/slide8.xml"/><Relationship Id="rId36" Type="http://schemas.openxmlformats.org/officeDocument/2006/relationships/font" Target="fonts/OpenSans-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Open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f15c4c2b10_2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2f15c4c2b10_2_2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f15c4c2b10_2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2f15c4c2b10_2_2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f15c4c2b10_2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2f15c4c2b10_2_2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f15c4c2b10_2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2f15c4c2b10_2_2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f15c4c2b10_2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2f15c4c2b10_2_2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f15c4c2b10_2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2f15c4c2b10_2_2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f15c4c2b10_2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2f15c4c2b10_2_2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f15c4c2b10_2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2f15c4c2b10_2_2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f15c4c2b10_2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2f15c4c2b10_2_2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f15c4c2b10_2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2f15c4c2b10_2_2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f15c4c2b10_2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2f15c4c2b10_2_2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f15c4c2b10_2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2f15c4c2b10_2_2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f15c4c2b10_2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2f15c4c2b10_2_2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f15c4c2b10_2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2f15c4c2b10_2_2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f15c4c2b10_2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g2f15c4c2b10_2_2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f15c4c2b10_2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g2f15c4c2b10_2_2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f15c4c2b10_2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g2f15c4c2b10_2_3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f15c4c2b10_2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2f15c4c2b10_2_3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f15c4c2b10_2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2f15c4c2b10_2_3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f15c4c2b10_2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g2f15c4c2b10_2_3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14"/>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9" name="Google Shape;99;p14"/>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00" name="Google Shape;100;p14"/>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14"/>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 name="Google Shape;102;p14"/>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03" name="Shape 103"/>
        <p:cNvGrpSpPr/>
        <p:nvPr/>
      </p:nvGrpSpPr>
      <p:grpSpPr>
        <a:xfrm>
          <a:off x="0" y="0"/>
          <a:ext cx="0" cy="0"/>
          <a:chOff x="0" y="0"/>
          <a:chExt cx="0" cy="0"/>
        </a:xfrm>
      </p:grpSpPr>
      <p:pic>
        <p:nvPicPr>
          <p:cNvPr descr="\\DROBO-FS\QuickDrops\JB\PPTX NG\Droplets\LightingOverlay.png" id="104" name="Google Shape;104;p15"/>
          <p:cNvPicPr preferRelativeResize="0"/>
          <p:nvPr/>
        </p:nvPicPr>
        <p:blipFill rotWithShape="1">
          <a:blip r:embed="rId2">
            <a:alphaModFix amt="30000"/>
          </a:blip>
          <a:srcRect b="0" l="0" r="0" t="0"/>
          <a:stretch/>
        </p:blipFill>
        <p:spPr>
          <a:xfrm>
            <a:off x="0" y="-1"/>
            <a:ext cx="9144002" cy="5143501"/>
          </a:xfrm>
          <a:prstGeom prst="rect">
            <a:avLst/>
          </a:prstGeom>
          <a:noFill/>
          <a:ln>
            <a:noFill/>
          </a:ln>
        </p:spPr>
      </p:pic>
      <p:grpSp>
        <p:nvGrpSpPr>
          <p:cNvPr id="105" name="Google Shape;105;p15"/>
          <p:cNvGrpSpPr/>
          <p:nvPr/>
        </p:nvGrpSpPr>
        <p:grpSpPr>
          <a:xfrm>
            <a:off x="0" y="0"/>
            <a:ext cx="1728788" cy="5143501"/>
            <a:chOff x="0" y="0"/>
            <a:chExt cx="2305051" cy="6858001"/>
          </a:xfrm>
        </p:grpSpPr>
        <p:sp>
          <p:nvSpPr>
            <p:cNvPr id="106" name="Google Shape;106;p15"/>
            <p:cNvSpPr/>
            <p:nvPr/>
          </p:nvSpPr>
          <p:spPr>
            <a:xfrm>
              <a:off x="1209675" y="4763"/>
              <a:ext cx="23813" cy="2181225"/>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15"/>
            <p:cNvSpPr/>
            <p:nvPr/>
          </p:nvSpPr>
          <p:spPr>
            <a:xfrm>
              <a:off x="1128713"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15"/>
            <p:cNvSpPr/>
            <p:nvPr/>
          </p:nvSpPr>
          <p:spPr>
            <a:xfrm>
              <a:off x="1123950"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5"/>
            <p:cNvSpPr/>
            <p:nvPr/>
          </p:nvSpPr>
          <p:spPr>
            <a:xfrm>
              <a:off x="414338" y="9525"/>
              <a:ext cx="28575" cy="4481513"/>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 name="Google Shape;110;p15"/>
            <p:cNvSpPr/>
            <p:nvPr/>
          </p:nvSpPr>
          <p:spPr>
            <a:xfrm>
              <a:off x="333375"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1" name="Google Shape;111;p15"/>
            <p:cNvSpPr/>
            <p:nvPr/>
          </p:nvSpPr>
          <p:spPr>
            <a:xfrm>
              <a:off x="190500" y="9525"/>
              <a:ext cx="152400" cy="908050"/>
            </a:xfrm>
            <a:custGeom>
              <a:rect b="b" l="l" r="r" t="t"/>
              <a:pathLst>
                <a:path extrusionOk="0" h="572" w="96">
                  <a:moveTo>
                    <a:pt x="15" y="572"/>
                  </a:moveTo>
                  <a:lnTo>
                    <a:pt x="0" y="566"/>
                  </a:lnTo>
                  <a:lnTo>
                    <a:pt x="81" y="380"/>
                  </a:lnTo>
                  <a:lnTo>
                    <a:pt x="81" y="0"/>
                  </a:lnTo>
                  <a:lnTo>
                    <a:pt x="96" y="0"/>
                  </a:lnTo>
                  <a:lnTo>
                    <a:pt x="96" y="383"/>
                  </a:lnTo>
                  <a:lnTo>
                    <a:pt x="15" y="572"/>
                  </a:lnTo>
                  <a:close/>
                </a:path>
              </a:pathLst>
            </a:custGeom>
            <a:gradFill>
              <a:gsLst>
                <a:gs pos="0">
                  <a:schemeClr val="dk2"/>
                </a:gs>
                <a:gs pos="100000">
                  <a:srgbClr val="B3FFFF"/>
                </a:gs>
              </a:gsLst>
              <a:lin ang="5400000" scaled="0"/>
            </a:gradFill>
            <a:ln>
              <a:noFill/>
            </a:ln>
          </p:spPr>
        </p:sp>
        <p:sp>
          <p:nvSpPr>
            <p:cNvPr id="112" name="Google Shape;112;p15"/>
            <p:cNvSpPr/>
            <p:nvPr/>
          </p:nvSpPr>
          <p:spPr>
            <a:xfrm>
              <a:off x="1290638" y="14288"/>
              <a:ext cx="376238" cy="1801813"/>
            </a:xfrm>
            <a:custGeom>
              <a:rect b="b" l="l" r="r" t="t"/>
              <a:pathLst>
                <a:path extrusionOk="0" h="1135" w="237">
                  <a:moveTo>
                    <a:pt x="222" y="1135"/>
                  </a:moveTo>
                  <a:lnTo>
                    <a:pt x="0" y="620"/>
                  </a:lnTo>
                  <a:lnTo>
                    <a:pt x="0" y="0"/>
                  </a:lnTo>
                  <a:lnTo>
                    <a:pt x="18" y="0"/>
                  </a:lnTo>
                  <a:lnTo>
                    <a:pt x="18" y="617"/>
                  </a:lnTo>
                  <a:lnTo>
                    <a:pt x="237" y="1129"/>
                  </a:lnTo>
                  <a:lnTo>
                    <a:pt x="222" y="1135"/>
                  </a:lnTo>
                  <a:close/>
                </a:path>
              </a:pathLst>
            </a:custGeom>
            <a:gradFill>
              <a:gsLst>
                <a:gs pos="0">
                  <a:schemeClr val="dk2"/>
                </a:gs>
                <a:gs pos="100000">
                  <a:srgbClr val="B3FFFF"/>
                </a:gs>
              </a:gsLst>
              <a:lin ang="5400000" scaled="0"/>
            </a:gradFill>
            <a:ln>
              <a:noFill/>
            </a:ln>
          </p:spPr>
        </p:sp>
        <p:sp>
          <p:nvSpPr>
            <p:cNvPr id="113" name="Google Shape;113;p15"/>
            <p:cNvSpPr/>
            <p:nvPr/>
          </p:nvSpPr>
          <p:spPr>
            <a:xfrm>
              <a:off x="1600200" y="180181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15"/>
            <p:cNvSpPr/>
            <p:nvPr/>
          </p:nvSpPr>
          <p:spPr>
            <a:xfrm>
              <a:off x="1381125" y="9525"/>
              <a:ext cx="371475" cy="1425575"/>
            </a:xfrm>
            <a:custGeom>
              <a:rect b="b" l="l" r="r" t="t"/>
              <a:pathLst>
                <a:path extrusionOk="0" h="898" w="234">
                  <a:moveTo>
                    <a:pt x="219" y="898"/>
                  </a:moveTo>
                  <a:lnTo>
                    <a:pt x="0" y="383"/>
                  </a:lnTo>
                  <a:lnTo>
                    <a:pt x="0" y="0"/>
                  </a:lnTo>
                  <a:lnTo>
                    <a:pt x="15" y="0"/>
                  </a:lnTo>
                  <a:lnTo>
                    <a:pt x="15" y="380"/>
                  </a:lnTo>
                  <a:lnTo>
                    <a:pt x="234" y="892"/>
                  </a:lnTo>
                  <a:lnTo>
                    <a:pt x="219" y="898"/>
                  </a:lnTo>
                  <a:close/>
                </a:path>
              </a:pathLst>
            </a:custGeom>
            <a:gradFill>
              <a:gsLst>
                <a:gs pos="0">
                  <a:schemeClr val="dk2"/>
                </a:gs>
                <a:gs pos="100000">
                  <a:srgbClr val="B3FFFF"/>
                </a:gs>
              </a:gsLst>
              <a:lin ang="5400000" scaled="0"/>
            </a:gradFill>
            <a:ln>
              <a:noFill/>
            </a:ln>
          </p:spPr>
        </p:sp>
        <p:sp>
          <p:nvSpPr>
            <p:cNvPr id="115" name="Google Shape;115;p15"/>
            <p:cNvSpPr/>
            <p:nvPr/>
          </p:nvSpPr>
          <p:spPr>
            <a:xfrm>
              <a:off x="1643063"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dk2"/>
                </a:gs>
                <a:gs pos="100000">
                  <a:srgbClr val="B3FFFF"/>
                </a:gs>
              </a:gsLst>
              <a:lin ang="5400000" scaled="0"/>
            </a:gradFill>
            <a:ln>
              <a:noFill/>
            </a:ln>
          </p:spPr>
        </p:sp>
        <p:sp>
          <p:nvSpPr>
            <p:cNvPr id="116" name="Google Shape;116;p15"/>
            <p:cNvSpPr/>
            <p:nvPr/>
          </p:nvSpPr>
          <p:spPr>
            <a:xfrm>
              <a:off x="1685925" y="14208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 name="Google Shape;117;p15"/>
            <p:cNvSpPr/>
            <p:nvPr/>
          </p:nvSpPr>
          <p:spPr>
            <a:xfrm>
              <a:off x="168592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5"/>
            <p:cNvSpPr/>
            <p:nvPr/>
          </p:nvSpPr>
          <p:spPr>
            <a:xfrm>
              <a:off x="1743075" y="4763"/>
              <a:ext cx="419100" cy="522288"/>
            </a:xfrm>
            <a:custGeom>
              <a:rect b="b" l="l" r="r" t="t"/>
              <a:pathLst>
                <a:path extrusionOk="0" h="329" w="264">
                  <a:moveTo>
                    <a:pt x="252" y="329"/>
                  </a:moveTo>
                  <a:lnTo>
                    <a:pt x="45" y="120"/>
                  </a:lnTo>
                  <a:lnTo>
                    <a:pt x="0" y="6"/>
                  </a:lnTo>
                  <a:lnTo>
                    <a:pt x="15" y="0"/>
                  </a:lnTo>
                  <a:lnTo>
                    <a:pt x="60" y="111"/>
                  </a:lnTo>
                  <a:lnTo>
                    <a:pt x="264" y="317"/>
                  </a:lnTo>
                  <a:lnTo>
                    <a:pt x="252" y="329"/>
                  </a:lnTo>
                  <a:close/>
                </a:path>
              </a:pathLst>
            </a:custGeom>
            <a:gradFill>
              <a:gsLst>
                <a:gs pos="0">
                  <a:schemeClr val="dk2"/>
                </a:gs>
                <a:gs pos="100000">
                  <a:srgbClr val="B3FFFF"/>
                </a:gs>
              </a:gsLst>
              <a:lin ang="5400000" scaled="0"/>
            </a:gradFill>
            <a:ln>
              <a:noFill/>
            </a:ln>
          </p:spPr>
        </p:sp>
        <p:sp>
          <p:nvSpPr>
            <p:cNvPr id="119" name="Google Shape;119;p15"/>
            <p:cNvSpPr/>
            <p:nvPr/>
          </p:nvSpPr>
          <p:spPr>
            <a:xfrm>
              <a:off x="2119313"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5"/>
            <p:cNvSpPr/>
            <p:nvPr/>
          </p:nvSpPr>
          <p:spPr>
            <a:xfrm>
              <a:off x="952500" y="4763"/>
              <a:ext cx="152400" cy="908050"/>
            </a:xfrm>
            <a:custGeom>
              <a:rect b="b" l="l" r="r" t="t"/>
              <a:pathLst>
                <a:path extrusionOk="0" h="572" w="96">
                  <a:moveTo>
                    <a:pt x="15" y="572"/>
                  </a:moveTo>
                  <a:lnTo>
                    <a:pt x="0" y="572"/>
                  </a:lnTo>
                  <a:lnTo>
                    <a:pt x="0" y="189"/>
                  </a:lnTo>
                  <a:lnTo>
                    <a:pt x="81" y="0"/>
                  </a:lnTo>
                  <a:lnTo>
                    <a:pt x="96" y="6"/>
                  </a:lnTo>
                  <a:lnTo>
                    <a:pt x="15" y="192"/>
                  </a:lnTo>
                  <a:lnTo>
                    <a:pt x="15" y="572"/>
                  </a:lnTo>
                  <a:close/>
                </a:path>
              </a:pathLst>
            </a:custGeom>
            <a:gradFill>
              <a:gsLst>
                <a:gs pos="0">
                  <a:schemeClr val="dk2"/>
                </a:gs>
                <a:gs pos="100000">
                  <a:srgbClr val="B3FFFF"/>
                </a:gs>
              </a:gsLst>
              <a:lin ang="5400000" scaled="0"/>
            </a:gradFill>
            <a:ln>
              <a:noFill/>
            </a:ln>
          </p:spPr>
        </p:sp>
        <p:sp>
          <p:nvSpPr>
            <p:cNvPr id="121" name="Google Shape;121;p15"/>
            <p:cNvSpPr/>
            <p:nvPr/>
          </p:nvSpPr>
          <p:spPr>
            <a:xfrm>
              <a:off x="86677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15"/>
            <p:cNvSpPr/>
            <p:nvPr/>
          </p:nvSpPr>
          <p:spPr>
            <a:xfrm>
              <a:off x="890588" y="15541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15"/>
            <p:cNvSpPr/>
            <p:nvPr/>
          </p:nvSpPr>
          <p:spPr>
            <a:xfrm>
              <a:off x="738188" y="5622925"/>
              <a:ext cx="338138" cy="1216025"/>
            </a:xfrm>
            <a:custGeom>
              <a:rect b="b" l="l" r="r" t="t"/>
              <a:pathLst>
                <a:path extrusionOk="0" h="766" w="213">
                  <a:moveTo>
                    <a:pt x="213" y="766"/>
                  </a:moveTo>
                  <a:lnTo>
                    <a:pt x="195" y="766"/>
                  </a:lnTo>
                  <a:lnTo>
                    <a:pt x="195" y="464"/>
                  </a:lnTo>
                  <a:lnTo>
                    <a:pt x="0" y="6"/>
                  </a:lnTo>
                  <a:lnTo>
                    <a:pt x="12" y="0"/>
                  </a:lnTo>
                  <a:lnTo>
                    <a:pt x="213" y="461"/>
                  </a:lnTo>
                  <a:lnTo>
                    <a:pt x="213" y="766"/>
                  </a:lnTo>
                  <a:close/>
                </a:path>
              </a:pathLst>
            </a:custGeom>
            <a:gradFill>
              <a:gsLst>
                <a:gs pos="0">
                  <a:schemeClr val="dk2"/>
                </a:gs>
                <a:gs pos="100000">
                  <a:srgbClr val="B3FFFF"/>
                </a:gs>
              </a:gsLst>
              <a:lin ang="5400000" scaled="0"/>
            </a:gradFill>
            <a:ln>
              <a:noFill/>
            </a:ln>
          </p:spPr>
        </p:sp>
        <p:sp>
          <p:nvSpPr>
            <p:cNvPr id="124" name="Google Shape;124;p15"/>
            <p:cNvSpPr/>
            <p:nvPr/>
          </p:nvSpPr>
          <p:spPr>
            <a:xfrm>
              <a:off x="647700" y="5480050"/>
              <a:ext cx="157163" cy="157163"/>
            </a:xfrm>
            <a:custGeom>
              <a:rect b="b" l="l" r="r" t="t"/>
              <a:pathLst>
                <a:path extrusionOk="0" h="33" w="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15"/>
            <p:cNvSpPr/>
            <p:nvPr/>
          </p:nvSpPr>
          <p:spPr>
            <a:xfrm>
              <a:off x="66675" y="903288"/>
              <a:ext cx="190500" cy="190500"/>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6" name="Google Shape;126;p15"/>
            <p:cNvSpPr/>
            <p:nvPr/>
          </p:nvSpPr>
          <p:spPr>
            <a:xfrm>
              <a:off x="0" y="3897313"/>
              <a:ext cx="133350" cy="266700"/>
            </a:xfrm>
            <a:custGeom>
              <a:rect b="b" l="l" r="r" t="t"/>
              <a:pathLst>
                <a:path extrusionOk="0" h="168" w="84">
                  <a:moveTo>
                    <a:pt x="69" y="168"/>
                  </a:moveTo>
                  <a:lnTo>
                    <a:pt x="0" y="6"/>
                  </a:lnTo>
                  <a:lnTo>
                    <a:pt x="12" y="0"/>
                  </a:lnTo>
                  <a:lnTo>
                    <a:pt x="84" y="162"/>
                  </a:lnTo>
                  <a:lnTo>
                    <a:pt x="69" y="168"/>
                  </a:lnTo>
                  <a:close/>
                </a:path>
              </a:pathLst>
            </a:custGeom>
            <a:gradFill>
              <a:gsLst>
                <a:gs pos="0">
                  <a:schemeClr val="dk2"/>
                </a:gs>
                <a:gs pos="100000">
                  <a:srgbClr val="B3FFFF"/>
                </a:gs>
              </a:gsLst>
              <a:lin ang="5400000" scaled="0"/>
            </a:gradFill>
            <a:ln>
              <a:noFill/>
            </a:ln>
          </p:spPr>
        </p:sp>
        <p:sp>
          <p:nvSpPr>
            <p:cNvPr id="127" name="Google Shape;127;p15"/>
            <p:cNvSpPr/>
            <p:nvPr/>
          </p:nvSpPr>
          <p:spPr>
            <a:xfrm>
              <a:off x="66675" y="414972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5"/>
            <p:cNvSpPr/>
            <p:nvPr/>
          </p:nvSpPr>
          <p:spPr>
            <a:xfrm>
              <a:off x="0" y="1644650"/>
              <a:ext cx="133350" cy="269875"/>
            </a:xfrm>
            <a:custGeom>
              <a:rect b="b" l="l" r="r" t="t"/>
              <a:pathLst>
                <a:path extrusionOk="0" h="170" w="84">
                  <a:moveTo>
                    <a:pt x="12" y="170"/>
                  </a:moveTo>
                  <a:lnTo>
                    <a:pt x="0" y="164"/>
                  </a:lnTo>
                  <a:lnTo>
                    <a:pt x="69" y="0"/>
                  </a:lnTo>
                  <a:lnTo>
                    <a:pt x="84" y="6"/>
                  </a:lnTo>
                  <a:lnTo>
                    <a:pt x="12" y="170"/>
                  </a:lnTo>
                  <a:close/>
                </a:path>
              </a:pathLst>
            </a:custGeom>
            <a:gradFill>
              <a:gsLst>
                <a:gs pos="0">
                  <a:schemeClr val="dk2"/>
                </a:gs>
                <a:gs pos="100000">
                  <a:srgbClr val="B3FFFF"/>
                </a:gs>
              </a:gsLst>
              <a:lin ang="5400000" scaled="0"/>
            </a:gradFill>
            <a:ln>
              <a:noFill/>
            </a:ln>
          </p:spPr>
        </p:sp>
        <p:sp>
          <p:nvSpPr>
            <p:cNvPr id="129" name="Google Shape;129;p15"/>
            <p:cNvSpPr/>
            <p:nvPr/>
          </p:nvSpPr>
          <p:spPr>
            <a:xfrm>
              <a:off x="66675" y="146843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0" name="Google Shape;130;p15"/>
            <p:cNvSpPr/>
            <p:nvPr/>
          </p:nvSpPr>
          <p:spPr>
            <a:xfrm>
              <a:off x="695325" y="4763"/>
              <a:ext cx="309563" cy="1558925"/>
            </a:xfrm>
            <a:custGeom>
              <a:rect b="b" l="l" r="r" t="t"/>
              <a:pathLst>
                <a:path extrusionOk="0" h="982" w="195">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dk2"/>
                </a:gs>
                <a:gs pos="100000">
                  <a:srgbClr val="B3FFFF"/>
                </a:gs>
              </a:gsLst>
              <a:lin ang="5400000" scaled="0"/>
            </a:gradFill>
            <a:ln>
              <a:noFill/>
            </a:ln>
          </p:spPr>
        </p:sp>
        <p:sp>
          <p:nvSpPr>
            <p:cNvPr id="131" name="Google Shape;131;p15"/>
            <p:cNvSpPr/>
            <p:nvPr/>
          </p:nvSpPr>
          <p:spPr>
            <a:xfrm>
              <a:off x="57150" y="48815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2" name="Google Shape;132;p15"/>
            <p:cNvSpPr/>
            <p:nvPr/>
          </p:nvSpPr>
          <p:spPr>
            <a:xfrm>
              <a:off x="138113" y="5060950"/>
              <a:ext cx="304800" cy="1778000"/>
            </a:xfrm>
            <a:custGeom>
              <a:rect b="b" l="l" r="r" t="t"/>
              <a:pathLst>
                <a:path extrusionOk="0" h="1120" w="192">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dk2"/>
                </a:gs>
                <a:gs pos="100000">
                  <a:srgbClr val="B3FFFF"/>
                </a:gs>
              </a:gsLst>
              <a:lin ang="5400000" scaled="0"/>
            </a:gradFill>
            <a:ln>
              <a:noFill/>
            </a:ln>
          </p:spPr>
        </p:sp>
        <p:sp>
          <p:nvSpPr>
            <p:cNvPr id="133" name="Google Shape;133;p15"/>
            <p:cNvSpPr/>
            <p:nvPr/>
          </p:nvSpPr>
          <p:spPr>
            <a:xfrm>
              <a:off x="561975" y="64309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4" name="Google Shape;134;p15"/>
            <p:cNvSpPr/>
            <p:nvPr/>
          </p:nvSpPr>
          <p:spPr>
            <a:xfrm>
              <a:off x="642938" y="6610350"/>
              <a:ext cx="23813" cy="242888"/>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 name="Google Shape;135;p15"/>
            <p:cNvSpPr/>
            <p:nvPr/>
          </p:nvSpPr>
          <p:spPr>
            <a:xfrm>
              <a:off x="76200" y="6430963"/>
              <a:ext cx="190500" cy="188913"/>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 name="Google Shape;136;p15"/>
            <p:cNvSpPr/>
            <p:nvPr/>
          </p:nvSpPr>
          <p:spPr>
            <a:xfrm>
              <a:off x="0" y="5978525"/>
              <a:ext cx="190500" cy="461963"/>
            </a:xfrm>
            <a:custGeom>
              <a:rect b="b" l="l" r="r" t="t"/>
              <a:pathLst>
                <a:path extrusionOk="0" h="291" w="120">
                  <a:moveTo>
                    <a:pt x="120" y="291"/>
                  </a:moveTo>
                  <a:lnTo>
                    <a:pt x="105" y="291"/>
                  </a:lnTo>
                  <a:lnTo>
                    <a:pt x="105" y="114"/>
                  </a:lnTo>
                  <a:lnTo>
                    <a:pt x="0" y="9"/>
                  </a:lnTo>
                  <a:lnTo>
                    <a:pt x="12" y="0"/>
                  </a:lnTo>
                  <a:lnTo>
                    <a:pt x="120" y="108"/>
                  </a:lnTo>
                  <a:lnTo>
                    <a:pt x="120" y="291"/>
                  </a:lnTo>
                  <a:close/>
                </a:path>
              </a:pathLst>
            </a:custGeom>
            <a:gradFill>
              <a:gsLst>
                <a:gs pos="0">
                  <a:schemeClr val="dk2"/>
                </a:gs>
                <a:gs pos="100000">
                  <a:srgbClr val="B3FFFF"/>
                </a:gs>
              </a:gsLst>
              <a:lin ang="5400000" scaled="0"/>
            </a:gradFill>
            <a:ln>
              <a:noFill/>
            </a:ln>
          </p:spPr>
        </p:sp>
        <p:sp>
          <p:nvSpPr>
            <p:cNvPr id="137" name="Google Shape;137;p15"/>
            <p:cNvSpPr/>
            <p:nvPr/>
          </p:nvSpPr>
          <p:spPr>
            <a:xfrm>
              <a:off x="1014413" y="1801813"/>
              <a:ext cx="214313" cy="755650"/>
            </a:xfrm>
            <a:custGeom>
              <a:rect b="b" l="l" r="r" t="t"/>
              <a:pathLst>
                <a:path extrusionOk="0" h="476" w="135">
                  <a:moveTo>
                    <a:pt x="12" y="476"/>
                  </a:moveTo>
                  <a:lnTo>
                    <a:pt x="0" y="476"/>
                  </a:lnTo>
                  <a:lnTo>
                    <a:pt x="0" y="128"/>
                  </a:lnTo>
                  <a:lnTo>
                    <a:pt x="126" y="0"/>
                  </a:lnTo>
                  <a:lnTo>
                    <a:pt x="135" y="9"/>
                  </a:lnTo>
                  <a:lnTo>
                    <a:pt x="12" y="131"/>
                  </a:lnTo>
                  <a:lnTo>
                    <a:pt x="12" y="476"/>
                  </a:lnTo>
                  <a:close/>
                </a:path>
              </a:pathLst>
            </a:custGeom>
            <a:gradFill>
              <a:gsLst>
                <a:gs pos="0">
                  <a:schemeClr val="dk2"/>
                </a:gs>
                <a:gs pos="100000">
                  <a:srgbClr val="B3FFFF"/>
                </a:gs>
              </a:gsLst>
              <a:lin ang="5400000" scaled="0"/>
            </a:gradFill>
            <a:ln>
              <a:noFill/>
            </a:ln>
          </p:spPr>
        </p:sp>
        <p:sp>
          <p:nvSpPr>
            <p:cNvPr id="138" name="Google Shape;138;p15"/>
            <p:cNvSpPr/>
            <p:nvPr/>
          </p:nvSpPr>
          <p:spPr>
            <a:xfrm>
              <a:off x="938213" y="2547938"/>
              <a:ext cx="166688" cy="160338"/>
            </a:xfrm>
            <a:custGeom>
              <a:rect b="b" l="l" r="r" t="t"/>
              <a:pathLst>
                <a:path extrusionOk="0" h="34" w="35">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 name="Google Shape;139;p15"/>
            <p:cNvSpPr/>
            <p:nvPr/>
          </p:nvSpPr>
          <p:spPr>
            <a:xfrm>
              <a:off x="595313" y="4763"/>
              <a:ext cx="638175" cy="4025900"/>
            </a:xfrm>
            <a:custGeom>
              <a:rect b="b" l="l" r="r" t="t"/>
              <a:pathLst>
                <a:path extrusionOk="0" h="2536" w="402">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dk2"/>
                </a:gs>
                <a:gs pos="100000">
                  <a:srgbClr val="B3FFFF"/>
                </a:gs>
              </a:gsLst>
              <a:lin ang="5400000" scaled="0"/>
            </a:gradFill>
            <a:ln>
              <a:noFill/>
            </a:ln>
          </p:spPr>
        </p:sp>
        <p:sp>
          <p:nvSpPr>
            <p:cNvPr id="140" name="Google Shape;140;p15"/>
            <p:cNvSpPr/>
            <p:nvPr/>
          </p:nvSpPr>
          <p:spPr>
            <a:xfrm>
              <a:off x="1223963"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dk2"/>
                </a:gs>
                <a:gs pos="100000">
                  <a:srgbClr val="B3FFFF"/>
                </a:gs>
              </a:gsLst>
              <a:lin ang="5400000" scaled="0"/>
            </a:gradFill>
            <a:ln>
              <a:noFill/>
            </a:ln>
          </p:spPr>
        </p:sp>
        <p:sp>
          <p:nvSpPr>
            <p:cNvPr id="141" name="Google Shape;141;p15"/>
            <p:cNvSpPr/>
            <p:nvPr/>
          </p:nvSpPr>
          <p:spPr>
            <a:xfrm>
              <a:off x="1300163" y="1849438"/>
              <a:ext cx="109538" cy="107950"/>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2" name="Google Shape;142;p15"/>
            <p:cNvSpPr/>
            <p:nvPr/>
          </p:nvSpPr>
          <p:spPr>
            <a:xfrm>
              <a:off x="280988" y="3417888"/>
              <a:ext cx="142875" cy="474663"/>
            </a:xfrm>
            <a:custGeom>
              <a:rect b="b" l="l" r="r" t="t"/>
              <a:pathLst>
                <a:path extrusionOk="0" h="299" w="90">
                  <a:moveTo>
                    <a:pt x="12" y="299"/>
                  </a:moveTo>
                  <a:lnTo>
                    <a:pt x="0" y="299"/>
                  </a:lnTo>
                  <a:lnTo>
                    <a:pt x="0" y="80"/>
                  </a:lnTo>
                  <a:lnTo>
                    <a:pt x="81" y="0"/>
                  </a:lnTo>
                  <a:lnTo>
                    <a:pt x="90" y="8"/>
                  </a:lnTo>
                  <a:lnTo>
                    <a:pt x="12" y="83"/>
                  </a:lnTo>
                  <a:lnTo>
                    <a:pt x="12" y="299"/>
                  </a:lnTo>
                  <a:close/>
                </a:path>
              </a:pathLst>
            </a:custGeom>
            <a:gradFill>
              <a:gsLst>
                <a:gs pos="0">
                  <a:schemeClr val="dk2"/>
                </a:gs>
                <a:gs pos="100000">
                  <a:srgbClr val="B3FFFF"/>
                </a:gs>
              </a:gsLst>
              <a:lin ang="5400000" scaled="0"/>
            </a:gradFill>
            <a:ln>
              <a:noFill/>
            </a:ln>
          </p:spPr>
        </p:sp>
        <p:sp>
          <p:nvSpPr>
            <p:cNvPr id="143" name="Google Shape;143;p15"/>
            <p:cNvSpPr/>
            <p:nvPr/>
          </p:nvSpPr>
          <p:spPr>
            <a:xfrm>
              <a:off x="238125" y="3883025"/>
              <a:ext cx="109538" cy="109538"/>
            </a:xfrm>
            <a:custGeom>
              <a:rect b="b" l="l" r="r" t="t"/>
              <a:pathLst>
                <a:path extrusionOk="0" h="23" w="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15"/>
            <p:cNvSpPr/>
            <p:nvPr/>
          </p:nvSpPr>
          <p:spPr>
            <a:xfrm>
              <a:off x="4763" y="2166938"/>
              <a:ext cx="114300" cy="452438"/>
            </a:xfrm>
            <a:custGeom>
              <a:rect b="b" l="l" r="r" t="t"/>
              <a:pathLst>
                <a:path extrusionOk="0" h="285" w="72">
                  <a:moveTo>
                    <a:pt x="6" y="285"/>
                  </a:moveTo>
                  <a:lnTo>
                    <a:pt x="0" y="276"/>
                  </a:lnTo>
                  <a:lnTo>
                    <a:pt x="60" y="216"/>
                  </a:lnTo>
                  <a:lnTo>
                    <a:pt x="60" y="0"/>
                  </a:lnTo>
                  <a:lnTo>
                    <a:pt x="72" y="0"/>
                  </a:lnTo>
                  <a:lnTo>
                    <a:pt x="72" y="222"/>
                  </a:lnTo>
                  <a:lnTo>
                    <a:pt x="6" y="285"/>
                  </a:lnTo>
                  <a:close/>
                </a:path>
              </a:pathLst>
            </a:custGeom>
            <a:gradFill>
              <a:gsLst>
                <a:gs pos="0">
                  <a:schemeClr val="dk2"/>
                </a:gs>
                <a:gs pos="100000">
                  <a:srgbClr val="B3FFFF"/>
                </a:gs>
              </a:gsLst>
              <a:lin ang="5400000" scaled="0"/>
            </a:gradFill>
            <a:ln>
              <a:noFill/>
            </a:ln>
          </p:spPr>
        </p:sp>
        <p:sp>
          <p:nvSpPr>
            <p:cNvPr id="145" name="Google Shape;145;p15"/>
            <p:cNvSpPr/>
            <p:nvPr/>
          </p:nvSpPr>
          <p:spPr>
            <a:xfrm>
              <a:off x="52388" y="2066925"/>
              <a:ext cx="109538" cy="109538"/>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6" name="Google Shape;146;p15"/>
            <p:cNvSpPr/>
            <p:nvPr/>
          </p:nvSpPr>
          <p:spPr>
            <a:xfrm>
              <a:off x="1228725" y="4662488"/>
              <a:ext cx="23813" cy="2181225"/>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7" name="Google Shape;147;p15"/>
            <p:cNvSpPr/>
            <p:nvPr/>
          </p:nvSpPr>
          <p:spPr>
            <a:xfrm>
              <a:off x="1319213" y="5041900"/>
              <a:ext cx="371475" cy="1801813"/>
            </a:xfrm>
            <a:custGeom>
              <a:rect b="b" l="l" r="r" t="t"/>
              <a:pathLst>
                <a:path extrusionOk="0" h="1135" w="234">
                  <a:moveTo>
                    <a:pt x="15" y="1135"/>
                  </a:moveTo>
                  <a:lnTo>
                    <a:pt x="0" y="1135"/>
                  </a:lnTo>
                  <a:lnTo>
                    <a:pt x="0" y="515"/>
                  </a:lnTo>
                  <a:lnTo>
                    <a:pt x="0" y="512"/>
                  </a:lnTo>
                  <a:lnTo>
                    <a:pt x="219" y="0"/>
                  </a:lnTo>
                  <a:lnTo>
                    <a:pt x="234" y="6"/>
                  </a:lnTo>
                  <a:lnTo>
                    <a:pt x="15" y="518"/>
                  </a:lnTo>
                  <a:lnTo>
                    <a:pt x="15" y="1135"/>
                  </a:lnTo>
                  <a:close/>
                </a:path>
              </a:pathLst>
            </a:custGeom>
            <a:gradFill>
              <a:gsLst>
                <a:gs pos="0">
                  <a:schemeClr val="dk2"/>
                </a:gs>
                <a:gs pos="100000">
                  <a:srgbClr val="B3FFFF"/>
                </a:gs>
              </a:gsLst>
              <a:lin ang="5400000" scaled="0"/>
            </a:gradFill>
            <a:ln>
              <a:noFill/>
            </a:ln>
          </p:spPr>
        </p:sp>
        <p:sp>
          <p:nvSpPr>
            <p:cNvPr id="148" name="Google Shape;148;p15"/>
            <p:cNvSpPr/>
            <p:nvPr/>
          </p:nvSpPr>
          <p:spPr>
            <a:xfrm>
              <a:off x="1147763"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15"/>
            <p:cNvSpPr/>
            <p:nvPr/>
          </p:nvSpPr>
          <p:spPr>
            <a:xfrm>
              <a:off x="819150" y="3983038"/>
              <a:ext cx="347663" cy="2860675"/>
            </a:xfrm>
            <a:custGeom>
              <a:rect b="b" l="l" r="r" t="t"/>
              <a:pathLst>
                <a:path extrusionOk="0" h="1802" w="219">
                  <a:moveTo>
                    <a:pt x="219" y="1802"/>
                  </a:moveTo>
                  <a:lnTo>
                    <a:pt x="201" y="1802"/>
                  </a:lnTo>
                  <a:lnTo>
                    <a:pt x="201" y="1185"/>
                  </a:lnTo>
                  <a:lnTo>
                    <a:pt x="0" y="3"/>
                  </a:lnTo>
                  <a:lnTo>
                    <a:pt x="15" y="0"/>
                  </a:lnTo>
                  <a:lnTo>
                    <a:pt x="219" y="1185"/>
                  </a:lnTo>
                  <a:lnTo>
                    <a:pt x="219" y="1802"/>
                  </a:lnTo>
                  <a:close/>
                </a:path>
              </a:pathLst>
            </a:custGeom>
            <a:gradFill>
              <a:gsLst>
                <a:gs pos="0">
                  <a:schemeClr val="dk2"/>
                </a:gs>
                <a:gs pos="100000">
                  <a:srgbClr val="B3FFFF"/>
                </a:gs>
              </a:gsLst>
              <a:lin ang="5400000" scaled="0"/>
            </a:gradFill>
            <a:ln>
              <a:noFill/>
            </a:ln>
          </p:spPr>
        </p:sp>
        <p:sp>
          <p:nvSpPr>
            <p:cNvPr id="150" name="Google Shape;150;p15"/>
            <p:cNvSpPr/>
            <p:nvPr/>
          </p:nvSpPr>
          <p:spPr>
            <a:xfrm>
              <a:off x="728663" y="3806825"/>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1" name="Google Shape;151;p15"/>
            <p:cNvSpPr/>
            <p:nvPr/>
          </p:nvSpPr>
          <p:spPr>
            <a:xfrm>
              <a:off x="1624013"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15"/>
            <p:cNvSpPr/>
            <p:nvPr/>
          </p:nvSpPr>
          <p:spPr>
            <a:xfrm>
              <a:off x="1404938" y="5422900"/>
              <a:ext cx="371475" cy="1425575"/>
            </a:xfrm>
            <a:custGeom>
              <a:rect b="b" l="l" r="r" t="t"/>
              <a:pathLst>
                <a:path extrusionOk="0" h="898" w="234">
                  <a:moveTo>
                    <a:pt x="18" y="898"/>
                  </a:moveTo>
                  <a:lnTo>
                    <a:pt x="0" y="898"/>
                  </a:lnTo>
                  <a:lnTo>
                    <a:pt x="0" y="515"/>
                  </a:lnTo>
                  <a:lnTo>
                    <a:pt x="0" y="512"/>
                  </a:lnTo>
                  <a:lnTo>
                    <a:pt x="222" y="0"/>
                  </a:lnTo>
                  <a:lnTo>
                    <a:pt x="234" y="6"/>
                  </a:lnTo>
                  <a:lnTo>
                    <a:pt x="18" y="518"/>
                  </a:lnTo>
                  <a:lnTo>
                    <a:pt x="18" y="898"/>
                  </a:lnTo>
                  <a:close/>
                </a:path>
              </a:pathLst>
            </a:custGeom>
            <a:gradFill>
              <a:gsLst>
                <a:gs pos="0">
                  <a:schemeClr val="dk2"/>
                </a:gs>
                <a:gs pos="100000">
                  <a:srgbClr val="B3FFFF"/>
                </a:gs>
              </a:gsLst>
              <a:lin ang="5400000" scaled="0"/>
            </a:gradFill>
            <a:ln>
              <a:noFill/>
            </a:ln>
          </p:spPr>
        </p:sp>
        <p:sp>
          <p:nvSpPr>
            <p:cNvPr id="153" name="Google Shape;153;p15"/>
            <p:cNvSpPr/>
            <p:nvPr/>
          </p:nvSpPr>
          <p:spPr>
            <a:xfrm>
              <a:off x="1666875"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dk2"/>
                </a:gs>
                <a:gs pos="100000">
                  <a:srgbClr val="B3FFFF"/>
                </a:gs>
              </a:gsLst>
              <a:lin ang="5400000" scaled="0"/>
            </a:gradFill>
            <a:ln>
              <a:noFill/>
            </a:ln>
          </p:spPr>
        </p:sp>
        <p:sp>
          <p:nvSpPr>
            <p:cNvPr id="154" name="Google Shape;154;p15"/>
            <p:cNvSpPr/>
            <p:nvPr/>
          </p:nvSpPr>
          <p:spPr>
            <a:xfrm>
              <a:off x="1709738"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 name="Google Shape;155;p15"/>
            <p:cNvSpPr/>
            <p:nvPr/>
          </p:nvSpPr>
          <p:spPr>
            <a:xfrm>
              <a:off x="1709738"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 name="Google Shape;156;p15"/>
            <p:cNvSpPr/>
            <p:nvPr/>
          </p:nvSpPr>
          <p:spPr>
            <a:xfrm>
              <a:off x="1766888" y="6330950"/>
              <a:ext cx="419100" cy="527050"/>
            </a:xfrm>
            <a:custGeom>
              <a:rect b="b" l="l" r="r" t="t"/>
              <a:pathLst>
                <a:path extrusionOk="0" h="332" w="264">
                  <a:moveTo>
                    <a:pt x="12" y="332"/>
                  </a:moveTo>
                  <a:lnTo>
                    <a:pt x="0" y="326"/>
                  </a:lnTo>
                  <a:lnTo>
                    <a:pt x="45" y="206"/>
                  </a:lnTo>
                  <a:lnTo>
                    <a:pt x="255" y="0"/>
                  </a:lnTo>
                  <a:lnTo>
                    <a:pt x="264" y="12"/>
                  </a:lnTo>
                  <a:lnTo>
                    <a:pt x="60" y="215"/>
                  </a:lnTo>
                  <a:lnTo>
                    <a:pt x="12" y="332"/>
                  </a:lnTo>
                  <a:close/>
                </a:path>
              </a:pathLst>
            </a:custGeom>
            <a:gradFill>
              <a:gsLst>
                <a:gs pos="0">
                  <a:schemeClr val="dk2"/>
                </a:gs>
                <a:gs pos="100000">
                  <a:srgbClr val="B3FFFF"/>
                </a:gs>
              </a:gsLst>
              <a:lin ang="5400000" scaled="0"/>
            </a:gradFill>
            <a:ln>
              <a:noFill/>
            </a:ln>
          </p:spPr>
        </p:sp>
        <p:sp>
          <p:nvSpPr>
            <p:cNvPr id="157" name="Google Shape;157;p15"/>
            <p:cNvSpPr/>
            <p:nvPr/>
          </p:nvSpPr>
          <p:spPr>
            <a:xfrm>
              <a:off x="2147888"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5"/>
            <p:cNvSpPr/>
            <p:nvPr/>
          </p:nvSpPr>
          <p:spPr>
            <a:xfrm>
              <a:off x="504825" y="9525"/>
              <a:ext cx="233363" cy="5103813"/>
            </a:xfrm>
            <a:custGeom>
              <a:rect b="b" l="l" r="r" t="t"/>
              <a:pathLst>
                <a:path extrusionOk="0" h="3215" w="147">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dk2"/>
                </a:gs>
                <a:gs pos="100000">
                  <a:srgbClr val="B3FFFF"/>
                </a:gs>
              </a:gsLst>
              <a:lin ang="5400000" scaled="0"/>
            </a:gradFill>
            <a:ln>
              <a:noFill/>
            </a:ln>
          </p:spPr>
        </p:sp>
        <p:sp>
          <p:nvSpPr>
            <p:cNvPr id="159" name="Google Shape;159;p15"/>
            <p:cNvSpPr/>
            <p:nvPr/>
          </p:nvSpPr>
          <p:spPr>
            <a:xfrm>
              <a:off x="633413" y="5103813"/>
              <a:ext cx="185738" cy="185738"/>
            </a:xfrm>
            <a:custGeom>
              <a:rect b="b" l="l" r="r" t="t"/>
              <a:pathLst>
                <a:path extrusionOk="0" h="39" w="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160" name="Google Shape;160;p15"/>
          <p:cNvSpPr txBox="1"/>
          <p:nvPr>
            <p:ph type="ctrTitle"/>
          </p:nvPr>
        </p:nvSpPr>
        <p:spPr>
          <a:xfrm>
            <a:off x="1407318" y="841772"/>
            <a:ext cx="6593681"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3600"/>
              <a:buFont typeface="Twentieth Century"/>
              <a:buNone/>
              <a:defRPr sz="36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1" name="Google Shape;161;p15"/>
          <p:cNvSpPr txBox="1"/>
          <p:nvPr>
            <p:ph idx="1" type="subTitle"/>
          </p:nvPr>
        </p:nvSpPr>
        <p:spPr>
          <a:xfrm>
            <a:off x="1407318" y="2701528"/>
            <a:ext cx="6593681" cy="1241821"/>
          </a:xfrm>
          <a:prstGeom prst="rect">
            <a:avLst/>
          </a:prstGeom>
          <a:noFill/>
          <a:ln>
            <a:noFill/>
          </a:ln>
        </p:spPr>
        <p:txBody>
          <a:bodyPr anchorCtr="0" anchor="t" bIns="34275" lIns="68575" spcFirstLastPara="1" rIns="68575" wrap="square" tIns="34275">
            <a:normAutofit/>
          </a:bodyPr>
          <a:lstStyle>
            <a:lvl1pPr lvl="0" algn="l">
              <a:lnSpc>
                <a:spcPct val="120000"/>
              </a:lnSpc>
              <a:spcBef>
                <a:spcPts val="800"/>
              </a:spcBef>
              <a:spcAft>
                <a:spcPts val="0"/>
              </a:spcAft>
              <a:buClr>
                <a:schemeClr val="dk2"/>
              </a:buClr>
              <a:buSzPts val="1900"/>
              <a:buNone/>
              <a:defRPr sz="1500" cap="none">
                <a:solidFill>
                  <a:schemeClr val="dk2"/>
                </a:solidFill>
              </a:defRPr>
            </a:lvl1pPr>
            <a:lvl2pPr lvl="1" algn="ctr">
              <a:lnSpc>
                <a:spcPct val="120000"/>
              </a:lnSpc>
              <a:spcBef>
                <a:spcPts val="400"/>
              </a:spcBef>
              <a:spcAft>
                <a:spcPts val="0"/>
              </a:spcAft>
              <a:buClr>
                <a:schemeClr val="dk1"/>
              </a:buClr>
              <a:buSzPts val="1900"/>
              <a:buNone/>
              <a:defRPr sz="1500"/>
            </a:lvl2pPr>
            <a:lvl3pPr lvl="2" algn="ctr">
              <a:lnSpc>
                <a:spcPct val="120000"/>
              </a:lnSpc>
              <a:spcBef>
                <a:spcPts val="400"/>
              </a:spcBef>
              <a:spcAft>
                <a:spcPts val="0"/>
              </a:spcAft>
              <a:buClr>
                <a:schemeClr val="dk1"/>
              </a:buClr>
              <a:buSzPts val="1700"/>
              <a:buNone/>
              <a:defRPr sz="1400"/>
            </a:lvl3pPr>
            <a:lvl4pPr lvl="3" algn="ctr">
              <a:lnSpc>
                <a:spcPct val="120000"/>
              </a:lnSpc>
              <a:spcBef>
                <a:spcPts val="400"/>
              </a:spcBef>
              <a:spcAft>
                <a:spcPts val="0"/>
              </a:spcAft>
              <a:buClr>
                <a:schemeClr val="dk1"/>
              </a:buClr>
              <a:buSzPts val="1500"/>
              <a:buNone/>
              <a:defRPr sz="1200"/>
            </a:lvl4pPr>
            <a:lvl5pPr lvl="4" algn="ctr">
              <a:lnSpc>
                <a:spcPct val="120000"/>
              </a:lnSpc>
              <a:spcBef>
                <a:spcPts val="400"/>
              </a:spcBef>
              <a:spcAft>
                <a:spcPts val="0"/>
              </a:spcAft>
              <a:buClr>
                <a:schemeClr val="dk1"/>
              </a:buClr>
              <a:buSzPts val="1500"/>
              <a:buNone/>
              <a:defRPr sz="1200"/>
            </a:lvl5pPr>
            <a:lvl6pPr lvl="5" algn="ctr">
              <a:lnSpc>
                <a:spcPct val="120000"/>
              </a:lnSpc>
              <a:spcBef>
                <a:spcPts val="400"/>
              </a:spcBef>
              <a:spcAft>
                <a:spcPts val="0"/>
              </a:spcAft>
              <a:buClr>
                <a:schemeClr val="dk1"/>
              </a:buClr>
              <a:buSzPts val="1500"/>
              <a:buNone/>
              <a:defRPr sz="1200"/>
            </a:lvl6pPr>
            <a:lvl7pPr lvl="6" algn="ctr">
              <a:lnSpc>
                <a:spcPct val="120000"/>
              </a:lnSpc>
              <a:spcBef>
                <a:spcPts val="400"/>
              </a:spcBef>
              <a:spcAft>
                <a:spcPts val="0"/>
              </a:spcAft>
              <a:buClr>
                <a:schemeClr val="dk1"/>
              </a:buClr>
              <a:buSzPts val="1500"/>
              <a:buNone/>
              <a:defRPr sz="1200"/>
            </a:lvl7pPr>
            <a:lvl8pPr lvl="7" algn="ctr">
              <a:lnSpc>
                <a:spcPct val="120000"/>
              </a:lnSpc>
              <a:spcBef>
                <a:spcPts val="400"/>
              </a:spcBef>
              <a:spcAft>
                <a:spcPts val="0"/>
              </a:spcAft>
              <a:buClr>
                <a:schemeClr val="dk1"/>
              </a:buClr>
              <a:buSzPts val="1500"/>
              <a:buNone/>
              <a:defRPr sz="1200"/>
            </a:lvl8pPr>
            <a:lvl9pPr lvl="8" algn="ctr">
              <a:lnSpc>
                <a:spcPct val="120000"/>
              </a:lnSpc>
              <a:spcBef>
                <a:spcPts val="400"/>
              </a:spcBef>
              <a:spcAft>
                <a:spcPts val="0"/>
              </a:spcAft>
              <a:buClr>
                <a:schemeClr val="dk1"/>
              </a:buClr>
              <a:buSzPts val="1500"/>
              <a:buNone/>
              <a:defRPr sz="1200"/>
            </a:lvl9pPr>
          </a:lstStyle>
          <a:p/>
        </p:txBody>
      </p:sp>
      <p:sp>
        <p:nvSpPr>
          <p:cNvPr id="162" name="Google Shape;162;p15"/>
          <p:cNvSpPr txBox="1"/>
          <p:nvPr>
            <p:ph idx="10" type="dt"/>
          </p:nvPr>
        </p:nvSpPr>
        <p:spPr>
          <a:xfrm>
            <a:off x="5308133" y="4057651"/>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3" name="Google Shape;163;p15"/>
          <p:cNvSpPr txBox="1"/>
          <p:nvPr>
            <p:ph idx="11" type="ftr"/>
          </p:nvPr>
        </p:nvSpPr>
        <p:spPr>
          <a:xfrm>
            <a:off x="1407318" y="4057651"/>
            <a:ext cx="3843665"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4" name="Google Shape;164;p15"/>
          <p:cNvSpPr txBox="1"/>
          <p:nvPr>
            <p:ph idx="12" type="sldNum"/>
          </p:nvPr>
        </p:nvSpPr>
        <p:spPr>
          <a:xfrm>
            <a:off x="7422683" y="4057649"/>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5" name="Shape 165"/>
        <p:cNvGrpSpPr/>
        <p:nvPr/>
      </p:nvGrpSpPr>
      <p:grpSpPr>
        <a:xfrm>
          <a:off x="0" y="0"/>
          <a:ext cx="0" cy="0"/>
          <a:chOff x="0" y="0"/>
          <a:chExt cx="0" cy="0"/>
        </a:xfrm>
      </p:grpSpPr>
      <p:sp>
        <p:nvSpPr>
          <p:cNvPr id="166" name="Google Shape;166;p16"/>
          <p:cNvSpPr txBox="1"/>
          <p:nvPr>
            <p:ph type="title"/>
          </p:nvPr>
        </p:nvSpPr>
        <p:spPr>
          <a:xfrm>
            <a:off x="856058" y="1064419"/>
            <a:ext cx="74295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700"/>
              <a:buFont typeface="Twentieth Century"/>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7" name="Google Shape;167;p16"/>
          <p:cNvSpPr txBox="1"/>
          <p:nvPr>
            <p:ph idx="1" type="body"/>
          </p:nvPr>
        </p:nvSpPr>
        <p:spPr>
          <a:xfrm>
            <a:off x="856058" y="3318271"/>
            <a:ext cx="7429500" cy="1031082"/>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rgbClr val="888888"/>
              </a:buClr>
              <a:buSzPts val="1700"/>
              <a:buNone/>
              <a:defRPr sz="1400" cap="none">
                <a:solidFill>
                  <a:srgbClr val="888888"/>
                </a:solidFill>
              </a:defRPr>
            </a:lvl1pPr>
            <a:lvl2pPr indent="-228600" lvl="1" marL="914400" algn="l">
              <a:lnSpc>
                <a:spcPct val="120000"/>
              </a:lnSpc>
              <a:spcBef>
                <a:spcPts val="400"/>
              </a:spcBef>
              <a:spcAft>
                <a:spcPts val="0"/>
              </a:spcAft>
              <a:buClr>
                <a:srgbClr val="888888"/>
              </a:buClr>
              <a:buSzPts val="1700"/>
              <a:buNone/>
              <a:defRPr sz="1400">
                <a:solidFill>
                  <a:srgbClr val="888888"/>
                </a:solidFill>
              </a:defRPr>
            </a:lvl2pPr>
            <a:lvl3pPr indent="-228600" lvl="2" marL="1371600" algn="l">
              <a:lnSpc>
                <a:spcPct val="120000"/>
              </a:lnSpc>
              <a:spcBef>
                <a:spcPts val="400"/>
              </a:spcBef>
              <a:spcAft>
                <a:spcPts val="0"/>
              </a:spcAft>
              <a:buClr>
                <a:srgbClr val="888888"/>
              </a:buClr>
              <a:buSzPts val="1700"/>
              <a:buNone/>
              <a:defRPr sz="1400">
                <a:solidFill>
                  <a:srgbClr val="888888"/>
                </a:solidFill>
              </a:defRPr>
            </a:lvl3pPr>
            <a:lvl4pPr indent="-228600" lvl="3" marL="1828800" algn="l">
              <a:lnSpc>
                <a:spcPct val="120000"/>
              </a:lnSpc>
              <a:spcBef>
                <a:spcPts val="400"/>
              </a:spcBef>
              <a:spcAft>
                <a:spcPts val="0"/>
              </a:spcAft>
              <a:buClr>
                <a:srgbClr val="888888"/>
              </a:buClr>
              <a:buSzPts val="1500"/>
              <a:buNone/>
              <a:defRPr sz="1200">
                <a:solidFill>
                  <a:srgbClr val="888888"/>
                </a:solidFill>
              </a:defRPr>
            </a:lvl4pPr>
            <a:lvl5pPr indent="-228600" lvl="4" marL="2286000" algn="l">
              <a:lnSpc>
                <a:spcPct val="120000"/>
              </a:lnSpc>
              <a:spcBef>
                <a:spcPts val="400"/>
              </a:spcBef>
              <a:spcAft>
                <a:spcPts val="0"/>
              </a:spcAft>
              <a:buClr>
                <a:srgbClr val="888888"/>
              </a:buClr>
              <a:buSzPts val="1500"/>
              <a:buNone/>
              <a:defRPr sz="1200">
                <a:solidFill>
                  <a:srgbClr val="888888"/>
                </a:solidFill>
              </a:defRPr>
            </a:lvl5pPr>
            <a:lvl6pPr indent="-228600" lvl="5" marL="2743200" algn="l">
              <a:lnSpc>
                <a:spcPct val="120000"/>
              </a:lnSpc>
              <a:spcBef>
                <a:spcPts val="400"/>
              </a:spcBef>
              <a:spcAft>
                <a:spcPts val="0"/>
              </a:spcAft>
              <a:buClr>
                <a:srgbClr val="888888"/>
              </a:buClr>
              <a:buSzPts val="1500"/>
              <a:buNone/>
              <a:defRPr sz="1200">
                <a:solidFill>
                  <a:srgbClr val="888888"/>
                </a:solidFill>
              </a:defRPr>
            </a:lvl6pPr>
            <a:lvl7pPr indent="-228600" lvl="6" marL="3200400" algn="l">
              <a:lnSpc>
                <a:spcPct val="120000"/>
              </a:lnSpc>
              <a:spcBef>
                <a:spcPts val="400"/>
              </a:spcBef>
              <a:spcAft>
                <a:spcPts val="0"/>
              </a:spcAft>
              <a:buClr>
                <a:srgbClr val="888888"/>
              </a:buClr>
              <a:buSzPts val="1500"/>
              <a:buNone/>
              <a:defRPr sz="1200">
                <a:solidFill>
                  <a:srgbClr val="888888"/>
                </a:solidFill>
              </a:defRPr>
            </a:lvl7pPr>
            <a:lvl8pPr indent="-228600" lvl="7" marL="3657600" algn="l">
              <a:lnSpc>
                <a:spcPct val="120000"/>
              </a:lnSpc>
              <a:spcBef>
                <a:spcPts val="400"/>
              </a:spcBef>
              <a:spcAft>
                <a:spcPts val="0"/>
              </a:spcAft>
              <a:buClr>
                <a:srgbClr val="888888"/>
              </a:buClr>
              <a:buSzPts val="1500"/>
              <a:buNone/>
              <a:defRPr sz="1200">
                <a:solidFill>
                  <a:srgbClr val="888888"/>
                </a:solidFill>
              </a:defRPr>
            </a:lvl8pPr>
            <a:lvl9pPr indent="-228600" lvl="8" marL="4114800" algn="l">
              <a:lnSpc>
                <a:spcPct val="120000"/>
              </a:lnSpc>
              <a:spcBef>
                <a:spcPts val="400"/>
              </a:spcBef>
              <a:spcAft>
                <a:spcPts val="0"/>
              </a:spcAft>
              <a:buClr>
                <a:srgbClr val="888888"/>
              </a:buClr>
              <a:buSzPts val="1500"/>
              <a:buNone/>
              <a:defRPr sz="1200">
                <a:solidFill>
                  <a:srgbClr val="888888"/>
                </a:solidFill>
              </a:defRPr>
            </a:lvl9pPr>
          </a:lstStyle>
          <a:p/>
        </p:txBody>
      </p:sp>
      <p:sp>
        <p:nvSpPr>
          <p:cNvPr id="168" name="Google Shape;168;p16"/>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9" name="Google Shape;169;p16"/>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0" name="Google Shape;170;p16"/>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1" name="Shape 171"/>
        <p:cNvGrpSpPr/>
        <p:nvPr/>
      </p:nvGrpSpPr>
      <p:grpSpPr>
        <a:xfrm>
          <a:off x="0" y="0"/>
          <a:ext cx="0" cy="0"/>
          <a:chOff x="0" y="0"/>
          <a:chExt cx="0" cy="0"/>
        </a:xfrm>
      </p:grpSpPr>
      <p:sp>
        <p:nvSpPr>
          <p:cNvPr id="172" name="Google Shape;172;p17"/>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3" name="Google Shape;173;p17"/>
          <p:cNvSpPr txBox="1"/>
          <p:nvPr>
            <p:ph idx="1" type="body"/>
          </p:nvPr>
        </p:nvSpPr>
        <p:spPr>
          <a:xfrm>
            <a:off x="856057" y="1687115"/>
            <a:ext cx="3658792" cy="2656286"/>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74" name="Google Shape;174;p17"/>
          <p:cNvSpPr txBox="1"/>
          <p:nvPr>
            <p:ph idx="2" type="body"/>
          </p:nvPr>
        </p:nvSpPr>
        <p:spPr>
          <a:xfrm>
            <a:off x="4629150" y="1687115"/>
            <a:ext cx="3656408" cy="2656286"/>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75" name="Google Shape;175;p17"/>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6" name="Google Shape;176;p17"/>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7" name="Google Shape;177;p17"/>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8" name="Shape 178"/>
        <p:cNvGrpSpPr/>
        <p:nvPr/>
      </p:nvGrpSpPr>
      <p:grpSpPr>
        <a:xfrm>
          <a:off x="0" y="0"/>
          <a:ext cx="0" cy="0"/>
          <a:chOff x="0" y="0"/>
          <a:chExt cx="0" cy="0"/>
        </a:xfrm>
      </p:grpSpPr>
      <p:sp>
        <p:nvSpPr>
          <p:cNvPr id="179" name="Google Shape;179;p18"/>
          <p:cNvSpPr txBox="1"/>
          <p:nvPr>
            <p:ph type="title"/>
          </p:nvPr>
        </p:nvSpPr>
        <p:spPr>
          <a:xfrm>
            <a:off x="856058" y="464344"/>
            <a:ext cx="7429500" cy="1108471"/>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0" name="Google Shape;180;p18"/>
          <p:cNvSpPr txBox="1"/>
          <p:nvPr>
            <p:ph idx="1" type="body"/>
          </p:nvPr>
        </p:nvSpPr>
        <p:spPr>
          <a:xfrm>
            <a:off x="1027514" y="1687115"/>
            <a:ext cx="3487337"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2300"/>
              <a:buNone/>
              <a:defRPr b="0" sz="18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181" name="Google Shape;181;p18"/>
          <p:cNvSpPr txBox="1"/>
          <p:nvPr>
            <p:ph idx="2" type="body"/>
          </p:nvPr>
        </p:nvSpPr>
        <p:spPr>
          <a:xfrm>
            <a:off x="856057" y="2305048"/>
            <a:ext cx="3658793" cy="2038351"/>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82" name="Google Shape;182;p18"/>
          <p:cNvSpPr txBox="1"/>
          <p:nvPr>
            <p:ph idx="3" type="body"/>
          </p:nvPr>
        </p:nvSpPr>
        <p:spPr>
          <a:xfrm>
            <a:off x="4800606" y="1687114"/>
            <a:ext cx="3484952"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2300"/>
              <a:buNone/>
              <a:defRPr b="0" sz="18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183" name="Google Shape;183;p18"/>
          <p:cNvSpPr txBox="1"/>
          <p:nvPr>
            <p:ph idx="4" type="body"/>
          </p:nvPr>
        </p:nvSpPr>
        <p:spPr>
          <a:xfrm>
            <a:off x="4629150" y="2305048"/>
            <a:ext cx="3656407" cy="2038351"/>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84" name="Google Shape;184;p18"/>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5" name="Google Shape;185;p18"/>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6" name="Google Shape;186;p18"/>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7" name="Shape 187"/>
        <p:cNvGrpSpPr/>
        <p:nvPr/>
      </p:nvGrpSpPr>
      <p:grpSpPr>
        <a:xfrm>
          <a:off x="0" y="0"/>
          <a:ext cx="0" cy="0"/>
          <a:chOff x="0" y="0"/>
          <a:chExt cx="0" cy="0"/>
        </a:xfrm>
      </p:grpSpPr>
      <p:sp>
        <p:nvSpPr>
          <p:cNvPr id="188" name="Google Shape;188;p19"/>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9" name="Google Shape;189;p19"/>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0" name="Google Shape;190;p19"/>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1" name="Google Shape;191;p19"/>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2" name="Shape 192"/>
        <p:cNvGrpSpPr/>
        <p:nvPr/>
      </p:nvGrpSpPr>
      <p:grpSpPr>
        <a:xfrm>
          <a:off x="0" y="0"/>
          <a:ext cx="0" cy="0"/>
          <a:chOff x="0" y="0"/>
          <a:chExt cx="0" cy="0"/>
        </a:xfrm>
      </p:grpSpPr>
      <p:sp>
        <p:nvSpPr>
          <p:cNvPr id="193" name="Google Shape;193;p20"/>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4" name="Google Shape;194;p20"/>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5" name="Google Shape;195;p20"/>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6" name="Shape 196"/>
        <p:cNvGrpSpPr/>
        <p:nvPr/>
      </p:nvGrpSpPr>
      <p:grpSpPr>
        <a:xfrm>
          <a:off x="0" y="0"/>
          <a:ext cx="0" cy="0"/>
          <a:chOff x="0" y="0"/>
          <a:chExt cx="0" cy="0"/>
        </a:xfrm>
      </p:grpSpPr>
      <p:sp>
        <p:nvSpPr>
          <p:cNvPr id="197" name="Google Shape;197;p21"/>
          <p:cNvSpPr txBox="1"/>
          <p:nvPr>
            <p:ph type="title"/>
          </p:nvPr>
        </p:nvSpPr>
        <p:spPr>
          <a:xfrm>
            <a:off x="860029" y="457201"/>
            <a:ext cx="2892028" cy="122991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Twentieth Centur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8" name="Google Shape;198;p21"/>
          <p:cNvSpPr txBox="1"/>
          <p:nvPr>
            <p:ph idx="1" type="body"/>
          </p:nvPr>
        </p:nvSpPr>
        <p:spPr>
          <a:xfrm>
            <a:off x="3867150" y="444499"/>
            <a:ext cx="4418407" cy="3898901"/>
          </a:xfrm>
          <a:prstGeom prst="rect">
            <a:avLst/>
          </a:prstGeom>
          <a:noFill/>
          <a:ln>
            <a:noFill/>
          </a:ln>
        </p:spPr>
        <p:txBody>
          <a:bodyPr anchorCtr="0" anchor="ctr"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199" name="Google Shape;199;p21"/>
          <p:cNvSpPr txBox="1"/>
          <p:nvPr>
            <p:ph idx="2" type="body"/>
          </p:nvPr>
        </p:nvSpPr>
        <p:spPr>
          <a:xfrm>
            <a:off x="860029" y="1687115"/>
            <a:ext cx="2892028" cy="2656286"/>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500"/>
              <a:buNone/>
              <a:defRPr sz="12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00" name="Google Shape;200;p21"/>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1" name="Google Shape;201;p21"/>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2" name="Google Shape;202;p21"/>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3" name="Shape 203"/>
        <p:cNvGrpSpPr/>
        <p:nvPr/>
      </p:nvGrpSpPr>
      <p:grpSpPr>
        <a:xfrm>
          <a:off x="0" y="0"/>
          <a:ext cx="0" cy="0"/>
          <a:chOff x="0" y="0"/>
          <a:chExt cx="0" cy="0"/>
        </a:xfrm>
      </p:grpSpPr>
      <p:sp>
        <p:nvSpPr>
          <p:cNvPr id="204" name="Google Shape;204;p22"/>
          <p:cNvSpPr txBox="1"/>
          <p:nvPr>
            <p:ph type="title"/>
          </p:nvPr>
        </p:nvSpPr>
        <p:spPr>
          <a:xfrm>
            <a:off x="856060" y="457200"/>
            <a:ext cx="4450881" cy="1229915"/>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Twentieth Centur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5" name="Google Shape;205;p22"/>
          <p:cNvSpPr/>
          <p:nvPr>
            <p:ph idx="2" type="pic"/>
          </p:nvPr>
        </p:nvSpPr>
        <p:spPr>
          <a:xfrm>
            <a:off x="5535541" y="457201"/>
            <a:ext cx="2750018" cy="3886199"/>
          </a:xfrm>
          <a:prstGeom prst="round2DiagRect">
            <a:avLst>
              <a:gd fmla="val 5608"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06" name="Google Shape;206;p22"/>
          <p:cNvSpPr txBox="1"/>
          <p:nvPr>
            <p:ph idx="1" type="body"/>
          </p:nvPr>
        </p:nvSpPr>
        <p:spPr>
          <a:xfrm>
            <a:off x="856058" y="1687115"/>
            <a:ext cx="4450883" cy="2656286"/>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500"/>
              <a:buNone/>
              <a:defRPr sz="12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07" name="Google Shape;207;p22"/>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8" name="Google Shape;208;p22"/>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9" name="Google Shape;209;p22"/>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210" name="Shape 210"/>
        <p:cNvGrpSpPr/>
        <p:nvPr/>
      </p:nvGrpSpPr>
      <p:grpSpPr>
        <a:xfrm>
          <a:off x="0" y="0"/>
          <a:ext cx="0" cy="0"/>
          <a:chOff x="0" y="0"/>
          <a:chExt cx="0" cy="0"/>
        </a:xfrm>
      </p:grpSpPr>
      <p:sp>
        <p:nvSpPr>
          <p:cNvPr id="211" name="Google Shape;211;p23"/>
          <p:cNvSpPr txBox="1"/>
          <p:nvPr>
            <p:ph type="title"/>
          </p:nvPr>
        </p:nvSpPr>
        <p:spPr>
          <a:xfrm>
            <a:off x="856058" y="3228498"/>
            <a:ext cx="7434266" cy="614516"/>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Twentieth Centur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2" name="Google Shape;212;p23"/>
          <p:cNvSpPr/>
          <p:nvPr>
            <p:ph idx="2" type="pic"/>
          </p:nvPr>
        </p:nvSpPr>
        <p:spPr>
          <a:xfrm>
            <a:off x="856058" y="454819"/>
            <a:ext cx="7434266" cy="2474834"/>
          </a:xfrm>
          <a:prstGeom prst="round2DiagRect">
            <a:avLst>
              <a:gd fmla="val 4860"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13" name="Google Shape;213;p23"/>
          <p:cNvSpPr txBox="1"/>
          <p:nvPr>
            <p:ph idx="1" type="body"/>
          </p:nvPr>
        </p:nvSpPr>
        <p:spPr>
          <a:xfrm>
            <a:off x="856023" y="3843015"/>
            <a:ext cx="7433144" cy="511854"/>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500"/>
              <a:buNone/>
              <a:defRPr sz="12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14" name="Google Shape;214;p23"/>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5" name="Google Shape;215;p23"/>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6" name="Google Shape;216;p23"/>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217" name="Shape 217"/>
        <p:cNvGrpSpPr/>
        <p:nvPr/>
      </p:nvGrpSpPr>
      <p:grpSpPr>
        <a:xfrm>
          <a:off x="0" y="0"/>
          <a:ext cx="0" cy="0"/>
          <a:chOff x="0" y="0"/>
          <a:chExt cx="0" cy="0"/>
        </a:xfrm>
      </p:grpSpPr>
      <p:sp>
        <p:nvSpPr>
          <p:cNvPr id="218" name="Google Shape;218;p24"/>
          <p:cNvSpPr txBox="1"/>
          <p:nvPr>
            <p:ph type="title"/>
          </p:nvPr>
        </p:nvSpPr>
        <p:spPr>
          <a:xfrm>
            <a:off x="856092" y="457200"/>
            <a:ext cx="7429466" cy="257175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700"/>
              <a:buFont typeface="Twentieth Century"/>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9" name="Google Shape;219;p24"/>
          <p:cNvSpPr txBox="1"/>
          <p:nvPr>
            <p:ph idx="1" type="body"/>
          </p:nvPr>
        </p:nvSpPr>
        <p:spPr>
          <a:xfrm>
            <a:off x="856058" y="3314699"/>
            <a:ext cx="7428344" cy="1028699"/>
          </a:xfrm>
          <a:prstGeom prst="rect">
            <a:avLst/>
          </a:prstGeom>
          <a:noFill/>
          <a:ln>
            <a:noFill/>
          </a:ln>
        </p:spPr>
        <p:txBody>
          <a:bodyPr anchorCtr="0" anchor="ctr"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700"/>
              <a:buNone/>
              <a:defRPr sz="14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20" name="Google Shape;220;p24"/>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1" name="Google Shape;221;p24"/>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2" name="Google Shape;222;p24"/>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223" name="Shape 223"/>
        <p:cNvGrpSpPr/>
        <p:nvPr/>
      </p:nvGrpSpPr>
      <p:grpSpPr>
        <a:xfrm>
          <a:off x="0" y="0"/>
          <a:ext cx="0" cy="0"/>
          <a:chOff x="0" y="0"/>
          <a:chExt cx="0" cy="0"/>
        </a:xfrm>
      </p:grpSpPr>
      <p:sp>
        <p:nvSpPr>
          <p:cNvPr id="224" name="Google Shape;224;p25"/>
          <p:cNvSpPr txBox="1"/>
          <p:nvPr>
            <p:ph type="title"/>
          </p:nvPr>
        </p:nvSpPr>
        <p:spPr>
          <a:xfrm>
            <a:off x="1084659" y="457199"/>
            <a:ext cx="6977064" cy="206132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700"/>
              <a:buFont typeface="Twentieth Century"/>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5" name="Google Shape;225;p25"/>
          <p:cNvSpPr txBox="1"/>
          <p:nvPr>
            <p:ph idx="1" type="body"/>
          </p:nvPr>
        </p:nvSpPr>
        <p:spPr>
          <a:xfrm>
            <a:off x="1290483" y="2524168"/>
            <a:ext cx="6564224" cy="411726"/>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26" name="Google Shape;226;p25"/>
          <p:cNvSpPr txBox="1"/>
          <p:nvPr>
            <p:ph idx="2" type="body"/>
          </p:nvPr>
        </p:nvSpPr>
        <p:spPr>
          <a:xfrm>
            <a:off x="856058" y="3232439"/>
            <a:ext cx="7429502" cy="1117122"/>
          </a:xfrm>
          <a:prstGeom prst="rect">
            <a:avLst/>
          </a:prstGeom>
          <a:noFill/>
          <a:ln>
            <a:noFill/>
          </a:ln>
        </p:spPr>
        <p:txBody>
          <a:bodyPr anchorCtr="0" anchor="ctr"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700"/>
              <a:buNone/>
              <a:defRPr sz="14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27" name="Google Shape;227;p25"/>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8" name="Google Shape;228;p25"/>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9" name="Google Shape;229;p25"/>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25"/>
          <p:cNvSpPr txBox="1"/>
          <p:nvPr/>
        </p:nvSpPr>
        <p:spPr>
          <a:xfrm>
            <a:off x="677634" y="549296"/>
            <a:ext cx="457200" cy="438582"/>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chemeClr val="dk1"/>
              </a:buClr>
              <a:buSzPts val="6000"/>
              <a:buFont typeface="Twentieth Century"/>
              <a:buNone/>
            </a:pPr>
            <a:r>
              <a:rPr b="0" lang="en" sz="6000" cap="none">
                <a:solidFill>
                  <a:schemeClr val="dk1"/>
                </a:solidFill>
                <a:latin typeface="Twentieth Century"/>
                <a:ea typeface="Twentieth Century"/>
                <a:cs typeface="Twentieth Century"/>
                <a:sym typeface="Twentieth Century"/>
              </a:rPr>
              <a:t>“</a:t>
            </a:r>
            <a:endParaRPr sz="1100"/>
          </a:p>
        </p:txBody>
      </p:sp>
      <p:sp>
        <p:nvSpPr>
          <p:cNvPr id="231" name="Google Shape;231;p25"/>
          <p:cNvSpPr txBox="1"/>
          <p:nvPr/>
        </p:nvSpPr>
        <p:spPr>
          <a:xfrm>
            <a:off x="7903028" y="2073729"/>
            <a:ext cx="457200" cy="438582"/>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chemeClr val="dk1"/>
              </a:buClr>
              <a:buSzPts val="6000"/>
              <a:buFont typeface="Twentieth Century"/>
              <a:buNone/>
            </a:pPr>
            <a:r>
              <a:rPr b="0" lang="en" sz="6000" cap="none">
                <a:solidFill>
                  <a:schemeClr val="dk1"/>
                </a:solidFill>
                <a:latin typeface="Twentieth Century"/>
                <a:ea typeface="Twentieth Century"/>
                <a:cs typeface="Twentieth Century"/>
                <a:sym typeface="Twentieth Century"/>
              </a:rPr>
              <a:t>”</a:t>
            </a:r>
            <a:endParaRPr sz="110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232" name="Shape 232"/>
        <p:cNvGrpSpPr/>
        <p:nvPr/>
      </p:nvGrpSpPr>
      <p:grpSpPr>
        <a:xfrm>
          <a:off x="0" y="0"/>
          <a:ext cx="0" cy="0"/>
          <a:chOff x="0" y="0"/>
          <a:chExt cx="0" cy="0"/>
        </a:xfrm>
      </p:grpSpPr>
      <p:sp>
        <p:nvSpPr>
          <p:cNvPr id="233" name="Google Shape;233;p26"/>
          <p:cNvSpPr txBox="1"/>
          <p:nvPr>
            <p:ph type="title"/>
          </p:nvPr>
        </p:nvSpPr>
        <p:spPr>
          <a:xfrm>
            <a:off x="856058" y="1600531"/>
            <a:ext cx="7429501" cy="1883876"/>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700"/>
              <a:buFont typeface="Twentieth Century"/>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4" name="Google Shape;234;p26"/>
          <p:cNvSpPr txBox="1"/>
          <p:nvPr>
            <p:ph idx="1" type="body"/>
          </p:nvPr>
        </p:nvSpPr>
        <p:spPr>
          <a:xfrm>
            <a:off x="856023" y="3493241"/>
            <a:ext cx="7428379" cy="855483"/>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700"/>
              <a:buNone/>
              <a:defRPr sz="1400"/>
            </a:lvl1pPr>
            <a:lvl2pPr indent="-228600" lvl="1" marL="914400" algn="l">
              <a:lnSpc>
                <a:spcPct val="120000"/>
              </a:lnSpc>
              <a:spcBef>
                <a:spcPts val="400"/>
              </a:spcBef>
              <a:spcAft>
                <a:spcPts val="0"/>
              </a:spcAft>
              <a:buClr>
                <a:schemeClr val="dk1"/>
              </a:buClr>
              <a:buSzPts val="1300"/>
              <a:buNone/>
              <a:defRPr sz="1100"/>
            </a:lvl2pPr>
            <a:lvl3pPr indent="-228600" lvl="2" marL="1371600" algn="l">
              <a:lnSpc>
                <a:spcPct val="120000"/>
              </a:lnSpc>
              <a:spcBef>
                <a:spcPts val="400"/>
              </a:spcBef>
              <a:spcAft>
                <a:spcPts val="0"/>
              </a:spcAft>
              <a:buClr>
                <a:schemeClr val="dk1"/>
              </a:buClr>
              <a:buSzPts val="1100"/>
              <a:buNone/>
              <a:defRPr sz="900"/>
            </a:lvl3pPr>
            <a:lvl4pPr indent="-228600" lvl="3" marL="1828800" algn="l">
              <a:lnSpc>
                <a:spcPct val="120000"/>
              </a:lnSpc>
              <a:spcBef>
                <a:spcPts val="400"/>
              </a:spcBef>
              <a:spcAft>
                <a:spcPts val="0"/>
              </a:spcAft>
              <a:buClr>
                <a:schemeClr val="dk1"/>
              </a:buClr>
              <a:buSzPts val="900"/>
              <a:buNone/>
              <a:defRPr sz="800"/>
            </a:lvl4pPr>
            <a:lvl5pPr indent="-228600" lvl="4" marL="2286000" algn="l">
              <a:lnSpc>
                <a:spcPct val="120000"/>
              </a:lnSpc>
              <a:spcBef>
                <a:spcPts val="400"/>
              </a:spcBef>
              <a:spcAft>
                <a:spcPts val="0"/>
              </a:spcAft>
              <a:buClr>
                <a:schemeClr val="dk1"/>
              </a:buClr>
              <a:buSzPts val="900"/>
              <a:buNone/>
              <a:defRPr sz="800"/>
            </a:lvl5pPr>
            <a:lvl6pPr indent="-228600" lvl="5" marL="2743200" algn="l">
              <a:lnSpc>
                <a:spcPct val="120000"/>
              </a:lnSpc>
              <a:spcBef>
                <a:spcPts val="400"/>
              </a:spcBef>
              <a:spcAft>
                <a:spcPts val="0"/>
              </a:spcAft>
              <a:buClr>
                <a:schemeClr val="dk1"/>
              </a:buClr>
              <a:buSzPts val="900"/>
              <a:buNone/>
              <a:defRPr sz="800"/>
            </a:lvl6pPr>
            <a:lvl7pPr indent="-228600" lvl="6" marL="3200400" algn="l">
              <a:lnSpc>
                <a:spcPct val="120000"/>
              </a:lnSpc>
              <a:spcBef>
                <a:spcPts val="400"/>
              </a:spcBef>
              <a:spcAft>
                <a:spcPts val="0"/>
              </a:spcAft>
              <a:buClr>
                <a:schemeClr val="dk1"/>
              </a:buClr>
              <a:buSzPts val="900"/>
              <a:buNone/>
              <a:defRPr sz="800"/>
            </a:lvl7pPr>
            <a:lvl8pPr indent="-228600" lvl="7" marL="3657600" algn="l">
              <a:lnSpc>
                <a:spcPct val="120000"/>
              </a:lnSpc>
              <a:spcBef>
                <a:spcPts val="400"/>
              </a:spcBef>
              <a:spcAft>
                <a:spcPts val="0"/>
              </a:spcAft>
              <a:buClr>
                <a:schemeClr val="dk1"/>
              </a:buClr>
              <a:buSzPts val="900"/>
              <a:buNone/>
              <a:defRPr sz="800"/>
            </a:lvl8pPr>
            <a:lvl9pPr indent="-228600" lvl="8" marL="4114800" algn="l">
              <a:lnSpc>
                <a:spcPct val="120000"/>
              </a:lnSpc>
              <a:spcBef>
                <a:spcPts val="400"/>
              </a:spcBef>
              <a:spcAft>
                <a:spcPts val="0"/>
              </a:spcAft>
              <a:buClr>
                <a:schemeClr val="dk1"/>
              </a:buClr>
              <a:buSzPts val="900"/>
              <a:buNone/>
              <a:defRPr sz="800"/>
            </a:lvl9pPr>
          </a:lstStyle>
          <a:p/>
        </p:txBody>
      </p:sp>
      <p:sp>
        <p:nvSpPr>
          <p:cNvPr id="235" name="Google Shape;235;p26"/>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6" name="Google Shape;236;p26"/>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7" name="Google Shape;237;p26"/>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238" name="Shape 238"/>
        <p:cNvGrpSpPr/>
        <p:nvPr/>
      </p:nvGrpSpPr>
      <p:grpSpPr>
        <a:xfrm>
          <a:off x="0" y="0"/>
          <a:ext cx="0" cy="0"/>
          <a:chOff x="0" y="0"/>
          <a:chExt cx="0" cy="0"/>
        </a:xfrm>
      </p:grpSpPr>
      <p:sp>
        <p:nvSpPr>
          <p:cNvPr id="239" name="Google Shape;239;p27"/>
          <p:cNvSpPr txBox="1"/>
          <p:nvPr>
            <p:ph type="title"/>
          </p:nvPr>
        </p:nvSpPr>
        <p:spPr>
          <a:xfrm>
            <a:off x="856060" y="457200"/>
            <a:ext cx="7429499" cy="142875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0" name="Google Shape;240;p27"/>
          <p:cNvSpPr txBox="1"/>
          <p:nvPr>
            <p:ph idx="1" type="body"/>
          </p:nvPr>
        </p:nvSpPr>
        <p:spPr>
          <a:xfrm>
            <a:off x="856058" y="2005847"/>
            <a:ext cx="2397674" cy="51435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0" sz="18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41" name="Google Shape;241;p27"/>
          <p:cNvSpPr txBox="1"/>
          <p:nvPr>
            <p:ph idx="2" type="body"/>
          </p:nvPr>
        </p:nvSpPr>
        <p:spPr>
          <a:xfrm>
            <a:off x="845939" y="2520197"/>
            <a:ext cx="2406551" cy="1823202"/>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42" name="Google Shape;242;p27"/>
          <p:cNvSpPr txBox="1"/>
          <p:nvPr>
            <p:ph idx="3" type="body"/>
          </p:nvPr>
        </p:nvSpPr>
        <p:spPr>
          <a:xfrm>
            <a:off x="3386075" y="2008226"/>
            <a:ext cx="2388289" cy="51435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0" sz="18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43" name="Google Shape;243;p27"/>
          <p:cNvSpPr txBox="1"/>
          <p:nvPr>
            <p:ph idx="4" type="body"/>
          </p:nvPr>
        </p:nvSpPr>
        <p:spPr>
          <a:xfrm>
            <a:off x="3378160" y="2522576"/>
            <a:ext cx="2396873" cy="1823202"/>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44" name="Google Shape;244;p27"/>
          <p:cNvSpPr txBox="1"/>
          <p:nvPr>
            <p:ph idx="5" type="body"/>
          </p:nvPr>
        </p:nvSpPr>
        <p:spPr>
          <a:xfrm>
            <a:off x="5889332" y="2005847"/>
            <a:ext cx="2396226" cy="51435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0" sz="18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45" name="Google Shape;245;p27"/>
          <p:cNvSpPr txBox="1"/>
          <p:nvPr>
            <p:ph idx="6" type="body"/>
          </p:nvPr>
        </p:nvSpPr>
        <p:spPr>
          <a:xfrm>
            <a:off x="5889332" y="2520197"/>
            <a:ext cx="2396226" cy="1823202"/>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46" name="Google Shape;246;p27"/>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7" name="Google Shape;247;p27"/>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8" name="Google Shape;248;p27"/>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49" name="Shape 249"/>
        <p:cNvGrpSpPr/>
        <p:nvPr/>
      </p:nvGrpSpPr>
      <p:grpSpPr>
        <a:xfrm>
          <a:off x="0" y="0"/>
          <a:ext cx="0" cy="0"/>
          <a:chOff x="0" y="0"/>
          <a:chExt cx="0" cy="0"/>
        </a:xfrm>
      </p:grpSpPr>
      <p:sp>
        <p:nvSpPr>
          <p:cNvPr id="250" name="Google Shape;250;p28"/>
          <p:cNvSpPr txBox="1"/>
          <p:nvPr>
            <p:ph type="title"/>
          </p:nvPr>
        </p:nvSpPr>
        <p:spPr>
          <a:xfrm>
            <a:off x="856058" y="457200"/>
            <a:ext cx="7429499" cy="142875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1" name="Google Shape;251;p28"/>
          <p:cNvSpPr txBox="1"/>
          <p:nvPr>
            <p:ph idx="1" type="body"/>
          </p:nvPr>
        </p:nvSpPr>
        <p:spPr>
          <a:xfrm>
            <a:off x="856060" y="3303447"/>
            <a:ext cx="2396430" cy="432196"/>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900"/>
              <a:buNone/>
              <a:defRPr b="0" sz="15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52" name="Google Shape;252;p28"/>
          <p:cNvSpPr/>
          <p:nvPr>
            <p:ph idx="2" type="pic"/>
          </p:nvPr>
        </p:nvSpPr>
        <p:spPr>
          <a:xfrm>
            <a:off x="856060" y="2000249"/>
            <a:ext cx="2396430" cy="1143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53" name="Google Shape;253;p28"/>
          <p:cNvSpPr txBox="1"/>
          <p:nvPr>
            <p:ph idx="3" type="body"/>
          </p:nvPr>
        </p:nvSpPr>
        <p:spPr>
          <a:xfrm>
            <a:off x="856060" y="3735643"/>
            <a:ext cx="2396430" cy="613382"/>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54" name="Google Shape;254;p28"/>
          <p:cNvSpPr txBox="1"/>
          <p:nvPr>
            <p:ph idx="4" type="body"/>
          </p:nvPr>
        </p:nvSpPr>
        <p:spPr>
          <a:xfrm>
            <a:off x="3366790" y="3303447"/>
            <a:ext cx="2400300" cy="432196"/>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900"/>
              <a:buNone/>
              <a:defRPr b="0" sz="15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55" name="Google Shape;255;p28"/>
          <p:cNvSpPr/>
          <p:nvPr>
            <p:ph idx="5" type="pic"/>
          </p:nvPr>
        </p:nvSpPr>
        <p:spPr>
          <a:xfrm>
            <a:off x="3366790" y="2000249"/>
            <a:ext cx="2399205" cy="1143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56" name="Google Shape;256;p28"/>
          <p:cNvSpPr txBox="1"/>
          <p:nvPr>
            <p:ph idx="6" type="body"/>
          </p:nvPr>
        </p:nvSpPr>
        <p:spPr>
          <a:xfrm>
            <a:off x="3365695" y="3735643"/>
            <a:ext cx="2400300" cy="607757"/>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57" name="Google Shape;257;p28"/>
          <p:cNvSpPr txBox="1"/>
          <p:nvPr>
            <p:ph idx="7" type="body"/>
          </p:nvPr>
        </p:nvSpPr>
        <p:spPr>
          <a:xfrm>
            <a:off x="5889425" y="3303446"/>
            <a:ext cx="2393056" cy="432196"/>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900"/>
              <a:buNone/>
              <a:defRPr b="0" sz="1500" cap="none">
                <a:solidFill>
                  <a:schemeClr val="dk1"/>
                </a:solidFill>
              </a:defRPr>
            </a:lvl1pPr>
            <a:lvl2pPr indent="-228600" lvl="1" marL="914400" algn="l">
              <a:lnSpc>
                <a:spcPct val="120000"/>
              </a:lnSpc>
              <a:spcBef>
                <a:spcPts val="400"/>
              </a:spcBef>
              <a:spcAft>
                <a:spcPts val="0"/>
              </a:spcAft>
              <a:buClr>
                <a:schemeClr val="dk1"/>
              </a:buClr>
              <a:buSzPts val="1900"/>
              <a:buNone/>
              <a:defRPr b="1" sz="1500"/>
            </a:lvl2pPr>
            <a:lvl3pPr indent="-228600" lvl="2" marL="1371600" algn="l">
              <a:lnSpc>
                <a:spcPct val="120000"/>
              </a:lnSpc>
              <a:spcBef>
                <a:spcPts val="400"/>
              </a:spcBef>
              <a:spcAft>
                <a:spcPts val="0"/>
              </a:spcAft>
              <a:buClr>
                <a:schemeClr val="dk1"/>
              </a:buClr>
              <a:buSzPts val="1700"/>
              <a:buNone/>
              <a:defRPr b="1" sz="1400"/>
            </a:lvl3pPr>
            <a:lvl4pPr indent="-228600" lvl="3" marL="1828800" algn="l">
              <a:lnSpc>
                <a:spcPct val="120000"/>
              </a:lnSpc>
              <a:spcBef>
                <a:spcPts val="400"/>
              </a:spcBef>
              <a:spcAft>
                <a:spcPts val="0"/>
              </a:spcAft>
              <a:buClr>
                <a:schemeClr val="dk1"/>
              </a:buClr>
              <a:buSzPts val="1500"/>
              <a:buNone/>
              <a:defRPr b="1" sz="1200"/>
            </a:lvl4pPr>
            <a:lvl5pPr indent="-228600" lvl="4" marL="2286000" algn="l">
              <a:lnSpc>
                <a:spcPct val="120000"/>
              </a:lnSpc>
              <a:spcBef>
                <a:spcPts val="400"/>
              </a:spcBef>
              <a:spcAft>
                <a:spcPts val="0"/>
              </a:spcAft>
              <a:buClr>
                <a:schemeClr val="dk1"/>
              </a:buClr>
              <a:buSzPts val="1500"/>
              <a:buNone/>
              <a:defRPr b="1" sz="1200"/>
            </a:lvl5pPr>
            <a:lvl6pPr indent="-228600" lvl="5" marL="2743200" algn="l">
              <a:lnSpc>
                <a:spcPct val="120000"/>
              </a:lnSpc>
              <a:spcBef>
                <a:spcPts val="400"/>
              </a:spcBef>
              <a:spcAft>
                <a:spcPts val="0"/>
              </a:spcAft>
              <a:buClr>
                <a:schemeClr val="dk1"/>
              </a:buClr>
              <a:buSzPts val="1500"/>
              <a:buNone/>
              <a:defRPr b="1" sz="1200"/>
            </a:lvl6pPr>
            <a:lvl7pPr indent="-228600" lvl="6" marL="3200400" algn="l">
              <a:lnSpc>
                <a:spcPct val="120000"/>
              </a:lnSpc>
              <a:spcBef>
                <a:spcPts val="400"/>
              </a:spcBef>
              <a:spcAft>
                <a:spcPts val="0"/>
              </a:spcAft>
              <a:buClr>
                <a:schemeClr val="dk1"/>
              </a:buClr>
              <a:buSzPts val="1500"/>
              <a:buNone/>
              <a:defRPr b="1" sz="1200"/>
            </a:lvl7pPr>
            <a:lvl8pPr indent="-228600" lvl="7" marL="3657600" algn="l">
              <a:lnSpc>
                <a:spcPct val="120000"/>
              </a:lnSpc>
              <a:spcBef>
                <a:spcPts val="400"/>
              </a:spcBef>
              <a:spcAft>
                <a:spcPts val="0"/>
              </a:spcAft>
              <a:buClr>
                <a:schemeClr val="dk1"/>
              </a:buClr>
              <a:buSzPts val="1500"/>
              <a:buNone/>
              <a:defRPr b="1" sz="1200"/>
            </a:lvl8pPr>
            <a:lvl9pPr indent="-228600" lvl="8" marL="4114800" algn="l">
              <a:lnSpc>
                <a:spcPct val="120000"/>
              </a:lnSpc>
              <a:spcBef>
                <a:spcPts val="400"/>
              </a:spcBef>
              <a:spcAft>
                <a:spcPts val="0"/>
              </a:spcAft>
              <a:buClr>
                <a:schemeClr val="dk1"/>
              </a:buClr>
              <a:buSzPts val="1500"/>
              <a:buNone/>
              <a:defRPr b="1" sz="1200"/>
            </a:lvl9pPr>
          </a:lstStyle>
          <a:p/>
        </p:txBody>
      </p:sp>
      <p:sp>
        <p:nvSpPr>
          <p:cNvPr id="258" name="Google Shape;258;p28"/>
          <p:cNvSpPr/>
          <p:nvPr>
            <p:ph idx="8" type="pic"/>
          </p:nvPr>
        </p:nvSpPr>
        <p:spPr>
          <a:xfrm>
            <a:off x="5889332" y="2000249"/>
            <a:ext cx="2396227" cy="1143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59" name="Google Shape;259;p28"/>
          <p:cNvSpPr txBox="1"/>
          <p:nvPr>
            <p:ph idx="9" type="body"/>
          </p:nvPr>
        </p:nvSpPr>
        <p:spPr>
          <a:xfrm>
            <a:off x="5889332" y="3735641"/>
            <a:ext cx="2396226" cy="607759"/>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300"/>
              <a:buNone/>
              <a:defRPr sz="1100"/>
            </a:lvl1pPr>
            <a:lvl2pPr indent="-228600" lvl="1" marL="914400" algn="l">
              <a:lnSpc>
                <a:spcPct val="120000"/>
              </a:lnSpc>
              <a:spcBef>
                <a:spcPts val="400"/>
              </a:spcBef>
              <a:spcAft>
                <a:spcPts val="0"/>
              </a:spcAft>
              <a:buClr>
                <a:schemeClr val="dk1"/>
              </a:buClr>
              <a:buSzPts val="1100"/>
              <a:buNone/>
              <a:defRPr sz="900"/>
            </a:lvl2pPr>
            <a:lvl3pPr indent="-228600" lvl="2" marL="1371600" algn="l">
              <a:lnSpc>
                <a:spcPct val="120000"/>
              </a:lnSpc>
              <a:spcBef>
                <a:spcPts val="400"/>
              </a:spcBef>
              <a:spcAft>
                <a:spcPts val="0"/>
              </a:spcAft>
              <a:buClr>
                <a:schemeClr val="dk1"/>
              </a:buClr>
              <a:buSzPts val="900"/>
              <a:buNone/>
              <a:defRPr sz="800"/>
            </a:lvl3pPr>
            <a:lvl4pPr indent="-228600" lvl="3" marL="1828800" algn="l">
              <a:lnSpc>
                <a:spcPct val="120000"/>
              </a:lnSpc>
              <a:spcBef>
                <a:spcPts val="400"/>
              </a:spcBef>
              <a:spcAft>
                <a:spcPts val="0"/>
              </a:spcAft>
              <a:buClr>
                <a:schemeClr val="dk1"/>
              </a:buClr>
              <a:buSzPts val="800"/>
              <a:buNone/>
              <a:defRPr sz="700"/>
            </a:lvl4pPr>
            <a:lvl5pPr indent="-228600" lvl="4" marL="2286000" algn="l">
              <a:lnSpc>
                <a:spcPct val="120000"/>
              </a:lnSpc>
              <a:spcBef>
                <a:spcPts val="400"/>
              </a:spcBef>
              <a:spcAft>
                <a:spcPts val="0"/>
              </a:spcAft>
              <a:buClr>
                <a:schemeClr val="dk1"/>
              </a:buClr>
              <a:buSzPts val="800"/>
              <a:buNone/>
              <a:defRPr sz="700"/>
            </a:lvl5pPr>
            <a:lvl6pPr indent="-228600" lvl="5" marL="2743200" algn="l">
              <a:lnSpc>
                <a:spcPct val="120000"/>
              </a:lnSpc>
              <a:spcBef>
                <a:spcPts val="400"/>
              </a:spcBef>
              <a:spcAft>
                <a:spcPts val="0"/>
              </a:spcAft>
              <a:buClr>
                <a:schemeClr val="dk1"/>
              </a:buClr>
              <a:buSzPts val="800"/>
              <a:buNone/>
              <a:defRPr sz="700"/>
            </a:lvl6pPr>
            <a:lvl7pPr indent="-228600" lvl="6" marL="3200400" algn="l">
              <a:lnSpc>
                <a:spcPct val="120000"/>
              </a:lnSpc>
              <a:spcBef>
                <a:spcPts val="400"/>
              </a:spcBef>
              <a:spcAft>
                <a:spcPts val="0"/>
              </a:spcAft>
              <a:buClr>
                <a:schemeClr val="dk1"/>
              </a:buClr>
              <a:buSzPts val="800"/>
              <a:buNone/>
              <a:defRPr sz="700"/>
            </a:lvl7pPr>
            <a:lvl8pPr indent="-228600" lvl="7" marL="3657600" algn="l">
              <a:lnSpc>
                <a:spcPct val="120000"/>
              </a:lnSpc>
              <a:spcBef>
                <a:spcPts val="400"/>
              </a:spcBef>
              <a:spcAft>
                <a:spcPts val="0"/>
              </a:spcAft>
              <a:buClr>
                <a:schemeClr val="dk1"/>
              </a:buClr>
              <a:buSzPts val="800"/>
              <a:buNone/>
              <a:defRPr sz="700"/>
            </a:lvl8pPr>
            <a:lvl9pPr indent="-228600" lvl="8" marL="4114800" algn="l">
              <a:lnSpc>
                <a:spcPct val="120000"/>
              </a:lnSpc>
              <a:spcBef>
                <a:spcPts val="400"/>
              </a:spcBef>
              <a:spcAft>
                <a:spcPts val="0"/>
              </a:spcAft>
              <a:buClr>
                <a:schemeClr val="dk1"/>
              </a:buClr>
              <a:buSzPts val="800"/>
              <a:buNone/>
              <a:defRPr sz="700"/>
            </a:lvl9pPr>
          </a:lstStyle>
          <a:p/>
        </p:txBody>
      </p:sp>
      <p:sp>
        <p:nvSpPr>
          <p:cNvPr id="260" name="Google Shape;260;p28"/>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1" name="Google Shape;261;p28"/>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2" name="Google Shape;262;p28"/>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63" name="Shape 263"/>
        <p:cNvGrpSpPr/>
        <p:nvPr/>
      </p:nvGrpSpPr>
      <p:grpSpPr>
        <a:xfrm>
          <a:off x="0" y="0"/>
          <a:ext cx="0" cy="0"/>
          <a:chOff x="0" y="0"/>
          <a:chExt cx="0" cy="0"/>
        </a:xfrm>
      </p:grpSpPr>
      <p:sp>
        <p:nvSpPr>
          <p:cNvPr id="264" name="Google Shape;264;p29"/>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5" name="Google Shape;265;p29"/>
          <p:cNvSpPr txBox="1"/>
          <p:nvPr>
            <p:ph idx="1" type="body"/>
          </p:nvPr>
        </p:nvSpPr>
        <p:spPr>
          <a:xfrm rot="5400000">
            <a:off x="3242666" y="-699492"/>
            <a:ext cx="2656286" cy="7429499"/>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266" name="Google Shape;266;p29"/>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7" name="Google Shape;267;p29"/>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8" name="Google Shape;268;p29"/>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69" name="Shape 269"/>
        <p:cNvGrpSpPr/>
        <p:nvPr/>
      </p:nvGrpSpPr>
      <p:grpSpPr>
        <a:xfrm>
          <a:off x="0" y="0"/>
          <a:ext cx="0" cy="0"/>
          <a:chOff x="0" y="0"/>
          <a:chExt cx="0" cy="0"/>
        </a:xfrm>
      </p:grpSpPr>
      <p:sp>
        <p:nvSpPr>
          <p:cNvPr id="270" name="Google Shape;270;p30"/>
          <p:cNvSpPr txBox="1"/>
          <p:nvPr>
            <p:ph type="title"/>
          </p:nvPr>
        </p:nvSpPr>
        <p:spPr>
          <a:xfrm rot="5400000">
            <a:off x="5590579" y="1648421"/>
            <a:ext cx="3886201" cy="150375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1" name="Google Shape;271;p30"/>
          <p:cNvSpPr txBox="1"/>
          <p:nvPr>
            <p:ph idx="1" type="body"/>
          </p:nvPr>
        </p:nvSpPr>
        <p:spPr>
          <a:xfrm rot="5400000">
            <a:off x="1818678" y="-505422"/>
            <a:ext cx="3886201" cy="5811442"/>
          </a:xfrm>
          <a:prstGeom prst="rect">
            <a:avLst/>
          </a:prstGeom>
          <a:noFill/>
          <a:ln>
            <a:noFill/>
          </a:ln>
        </p:spPr>
        <p:txBody>
          <a:bodyPr anchorCtr="0" anchor="t" bIns="34275" lIns="68575" spcFirstLastPara="1" rIns="68575" wrap="square" tIns="34275">
            <a:normAutofit/>
          </a:bodyPr>
          <a:lstStyle>
            <a:lvl1pPr indent="-336550" lvl="0" marL="457200" algn="l">
              <a:lnSpc>
                <a:spcPct val="120000"/>
              </a:lnSpc>
              <a:spcBef>
                <a:spcPts val="800"/>
              </a:spcBef>
              <a:spcAft>
                <a:spcPts val="0"/>
              </a:spcAft>
              <a:buClr>
                <a:schemeClr val="dk1"/>
              </a:buClr>
              <a:buSzPts val="1700"/>
              <a:buChar char="•"/>
              <a:defRPr/>
            </a:lvl1pPr>
            <a:lvl2pPr indent="-336550" lvl="1" marL="914400" algn="l">
              <a:lnSpc>
                <a:spcPct val="120000"/>
              </a:lnSpc>
              <a:spcBef>
                <a:spcPts val="400"/>
              </a:spcBef>
              <a:spcAft>
                <a:spcPts val="0"/>
              </a:spcAft>
              <a:buClr>
                <a:schemeClr val="dk1"/>
              </a:buClr>
              <a:buSzPts val="1700"/>
              <a:buChar char="•"/>
              <a:defRPr/>
            </a:lvl2pPr>
            <a:lvl3pPr indent="-336550" lvl="2" marL="1371600" algn="l">
              <a:lnSpc>
                <a:spcPct val="120000"/>
              </a:lnSpc>
              <a:spcBef>
                <a:spcPts val="400"/>
              </a:spcBef>
              <a:spcAft>
                <a:spcPts val="0"/>
              </a:spcAft>
              <a:buClr>
                <a:schemeClr val="dk1"/>
              </a:buClr>
              <a:buSzPts val="1700"/>
              <a:buChar char="•"/>
              <a:defRPr/>
            </a:lvl3pPr>
            <a:lvl4pPr indent="-336550" lvl="3" marL="1828800" algn="l">
              <a:lnSpc>
                <a:spcPct val="120000"/>
              </a:lnSpc>
              <a:spcBef>
                <a:spcPts val="400"/>
              </a:spcBef>
              <a:spcAft>
                <a:spcPts val="0"/>
              </a:spcAft>
              <a:buClr>
                <a:schemeClr val="dk1"/>
              </a:buClr>
              <a:buSzPts val="1700"/>
              <a:buChar char="•"/>
              <a:defRPr/>
            </a:lvl4pPr>
            <a:lvl5pPr indent="-336550" lvl="4" marL="2286000" algn="l">
              <a:lnSpc>
                <a:spcPct val="120000"/>
              </a:lnSpc>
              <a:spcBef>
                <a:spcPts val="400"/>
              </a:spcBef>
              <a:spcAft>
                <a:spcPts val="0"/>
              </a:spcAft>
              <a:buClr>
                <a:schemeClr val="dk1"/>
              </a:buClr>
              <a:buSzPts val="1700"/>
              <a:buChar char="•"/>
              <a:defRPr/>
            </a:lvl5pPr>
            <a:lvl6pPr indent="-336550" lvl="5" marL="2743200" algn="l">
              <a:lnSpc>
                <a:spcPct val="120000"/>
              </a:lnSpc>
              <a:spcBef>
                <a:spcPts val="400"/>
              </a:spcBef>
              <a:spcAft>
                <a:spcPts val="0"/>
              </a:spcAft>
              <a:buClr>
                <a:schemeClr val="dk1"/>
              </a:buClr>
              <a:buSzPts val="1700"/>
              <a:buChar char="•"/>
              <a:defRPr/>
            </a:lvl6pPr>
            <a:lvl7pPr indent="-336550" lvl="6" marL="3200400" algn="l">
              <a:lnSpc>
                <a:spcPct val="120000"/>
              </a:lnSpc>
              <a:spcBef>
                <a:spcPts val="400"/>
              </a:spcBef>
              <a:spcAft>
                <a:spcPts val="0"/>
              </a:spcAft>
              <a:buClr>
                <a:schemeClr val="dk1"/>
              </a:buClr>
              <a:buSzPts val="1700"/>
              <a:buChar char="•"/>
              <a:defRPr/>
            </a:lvl7pPr>
            <a:lvl8pPr indent="-336550" lvl="7" marL="3657600" algn="l">
              <a:lnSpc>
                <a:spcPct val="120000"/>
              </a:lnSpc>
              <a:spcBef>
                <a:spcPts val="400"/>
              </a:spcBef>
              <a:spcAft>
                <a:spcPts val="0"/>
              </a:spcAft>
              <a:buClr>
                <a:schemeClr val="dk1"/>
              </a:buClr>
              <a:buSzPts val="1700"/>
              <a:buChar char="•"/>
              <a:defRPr/>
            </a:lvl8pPr>
            <a:lvl9pPr indent="-336550" lvl="8" marL="4114800" algn="l">
              <a:lnSpc>
                <a:spcPct val="120000"/>
              </a:lnSpc>
              <a:spcBef>
                <a:spcPts val="400"/>
              </a:spcBef>
              <a:spcAft>
                <a:spcPts val="0"/>
              </a:spcAft>
              <a:buClr>
                <a:schemeClr val="dk1"/>
              </a:buClr>
              <a:buSzPts val="1700"/>
              <a:buChar char="•"/>
              <a:defRPr/>
            </a:lvl9pPr>
          </a:lstStyle>
          <a:p/>
        </p:txBody>
      </p:sp>
      <p:sp>
        <p:nvSpPr>
          <p:cNvPr id="272" name="Google Shape;272;p30"/>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3" name="Google Shape;273;p30"/>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4" name="Google Shape;274;p30"/>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5" Type="http://schemas.openxmlformats.org/officeDocument/2006/relationships/slideLayout" Target="../slideLayouts/slideLayout14.xml"/><Relationship Id="rId19" Type="http://schemas.openxmlformats.org/officeDocument/2006/relationships/slideLayout" Target="../slideLayouts/slideLayout28.xml"/><Relationship Id="rId6" Type="http://schemas.openxmlformats.org/officeDocument/2006/relationships/slideLayout" Target="../slideLayouts/slideLayout15.xml"/><Relationship Id="rId18" Type="http://schemas.openxmlformats.org/officeDocument/2006/relationships/slideLayout" Target="../slideLayouts/slideLayout27.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pic>
        <p:nvPicPr>
          <p:cNvPr descr="\\DROBO-FS\QuickDrops\JB\PPTX NG\Droplets\LightingOverlay.png" id="51" name="Google Shape;51;p13"/>
          <p:cNvPicPr preferRelativeResize="0"/>
          <p:nvPr/>
        </p:nvPicPr>
        <p:blipFill rotWithShape="1">
          <a:blip r:embed="rId2">
            <a:alphaModFix amt="30000"/>
          </a:blip>
          <a:srcRect b="0" l="0" r="0" t="0"/>
          <a:stretch/>
        </p:blipFill>
        <p:spPr>
          <a:xfrm>
            <a:off x="0" y="-1"/>
            <a:ext cx="9144002" cy="5143501"/>
          </a:xfrm>
          <a:prstGeom prst="rect">
            <a:avLst/>
          </a:prstGeom>
          <a:noFill/>
          <a:ln>
            <a:noFill/>
          </a:ln>
        </p:spPr>
      </p:pic>
      <p:grpSp>
        <p:nvGrpSpPr>
          <p:cNvPr id="52" name="Google Shape;52;p13"/>
          <p:cNvGrpSpPr/>
          <p:nvPr/>
        </p:nvGrpSpPr>
        <p:grpSpPr>
          <a:xfrm>
            <a:off x="-10716" y="0"/>
            <a:ext cx="9040416" cy="5143501"/>
            <a:chOff x="-14288" y="0"/>
            <a:chExt cx="12053888" cy="6858001"/>
          </a:xfrm>
        </p:grpSpPr>
        <p:grpSp>
          <p:nvGrpSpPr>
            <p:cNvPr id="53" name="Google Shape;53;p13"/>
            <p:cNvGrpSpPr/>
            <p:nvPr/>
          </p:nvGrpSpPr>
          <p:grpSpPr>
            <a:xfrm>
              <a:off x="-14288" y="0"/>
              <a:ext cx="1220788" cy="6858001"/>
              <a:chOff x="-14288" y="0"/>
              <a:chExt cx="1220788" cy="6858001"/>
            </a:xfrm>
          </p:grpSpPr>
          <p:sp>
            <p:nvSpPr>
              <p:cNvPr id="54" name="Google Shape;54;p13"/>
              <p:cNvSpPr/>
              <p:nvPr/>
            </p:nvSpPr>
            <p:spPr>
              <a:xfrm>
                <a:off x="114300" y="4763"/>
                <a:ext cx="23813" cy="2181225"/>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 name="Google Shape;55;p13"/>
              <p:cNvSpPr/>
              <p:nvPr/>
            </p:nvSpPr>
            <p:spPr>
              <a:xfrm>
                <a:off x="33337"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 name="Google Shape;56;p13"/>
              <p:cNvSpPr/>
              <p:nvPr/>
            </p:nvSpPr>
            <p:spPr>
              <a:xfrm>
                <a:off x="28575"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 name="Google Shape;57;p13"/>
              <p:cNvSpPr/>
              <p:nvPr/>
            </p:nvSpPr>
            <p:spPr>
              <a:xfrm>
                <a:off x="200025" y="4763"/>
                <a:ext cx="369888" cy="1811338"/>
              </a:xfrm>
              <a:custGeom>
                <a:rect b="b" l="l" r="r" t="t"/>
                <a:pathLst>
                  <a:path extrusionOk="0" h="1141" w="233">
                    <a:moveTo>
                      <a:pt x="218" y="1141"/>
                    </a:moveTo>
                    <a:lnTo>
                      <a:pt x="0" y="626"/>
                    </a:lnTo>
                    <a:lnTo>
                      <a:pt x="0" y="0"/>
                    </a:lnTo>
                    <a:lnTo>
                      <a:pt x="15" y="0"/>
                    </a:lnTo>
                    <a:lnTo>
                      <a:pt x="15" y="623"/>
                    </a:lnTo>
                    <a:lnTo>
                      <a:pt x="233" y="1135"/>
                    </a:lnTo>
                    <a:lnTo>
                      <a:pt x="218" y="1141"/>
                    </a:lnTo>
                    <a:close/>
                  </a:path>
                </a:pathLst>
              </a:custGeom>
              <a:gradFill>
                <a:gsLst>
                  <a:gs pos="0">
                    <a:schemeClr val="dk2"/>
                  </a:gs>
                  <a:gs pos="100000">
                    <a:srgbClr val="B3FFFF"/>
                  </a:gs>
                </a:gsLst>
                <a:lin ang="5400000" scaled="0"/>
              </a:gradFill>
              <a:ln>
                <a:noFill/>
              </a:ln>
            </p:spPr>
          </p:sp>
          <p:sp>
            <p:nvSpPr>
              <p:cNvPr id="58" name="Google Shape;58;p13"/>
              <p:cNvSpPr/>
              <p:nvPr/>
            </p:nvSpPr>
            <p:spPr>
              <a:xfrm>
                <a:off x="503237" y="1801813"/>
                <a:ext cx="190500" cy="188913"/>
              </a:xfrm>
              <a:custGeom>
                <a:rect b="b" l="l" r="r" t="t"/>
                <a:pathLst>
                  <a:path extrusionOk="0" h="40" w="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 name="Google Shape;59;p13"/>
              <p:cNvSpPr/>
              <p:nvPr/>
            </p:nvSpPr>
            <p:spPr>
              <a:xfrm>
                <a:off x="285750" y="4763"/>
                <a:ext cx="369888" cy="1430338"/>
              </a:xfrm>
              <a:custGeom>
                <a:rect b="b" l="l" r="r" t="t"/>
                <a:pathLst>
                  <a:path extrusionOk="0" h="901" w="233">
                    <a:moveTo>
                      <a:pt x="221" y="901"/>
                    </a:moveTo>
                    <a:lnTo>
                      <a:pt x="0" y="383"/>
                    </a:lnTo>
                    <a:lnTo>
                      <a:pt x="0" y="0"/>
                    </a:lnTo>
                    <a:lnTo>
                      <a:pt x="18" y="0"/>
                    </a:lnTo>
                    <a:lnTo>
                      <a:pt x="18" y="380"/>
                    </a:lnTo>
                    <a:lnTo>
                      <a:pt x="233" y="895"/>
                    </a:lnTo>
                    <a:lnTo>
                      <a:pt x="221" y="901"/>
                    </a:lnTo>
                    <a:close/>
                  </a:path>
                </a:pathLst>
              </a:custGeom>
              <a:gradFill>
                <a:gsLst>
                  <a:gs pos="0">
                    <a:schemeClr val="dk2"/>
                  </a:gs>
                  <a:gs pos="100000">
                    <a:srgbClr val="B3FFFF"/>
                  </a:gs>
                </a:gsLst>
                <a:lin ang="5400000" scaled="0"/>
              </a:gradFill>
              <a:ln>
                <a:noFill/>
              </a:ln>
            </p:spPr>
          </p:sp>
          <p:sp>
            <p:nvSpPr>
              <p:cNvPr id="60" name="Google Shape;60;p13"/>
              <p:cNvSpPr/>
              <p:nvPr/>
            </p:nvSpPr>
            <p:spPr>
              <a:xfrm>
                <a:off x="546100"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dk2"/>
                  </a:gs>
                  <a:gs pos="100000">
                    <a:srgbClr val="B3FFFF"/>
                  </a:gs>
                </a:gsLst>
                <a:lin ang="5400000" scaled="0"/>
              </a:gradFill>
              <a:ln>
                <a:noFill/>
              </a:ln>
            </p:spPr>
          </p:sp>
          <p:sp>
            <p:nvSpPr>
              <p:cNvPr id="61" name="Google Shape;61;p13"/>
              <p:cNvSpPr/>
              <p:nvPr/>
            </p:nvSpPr>
            <p:spPr>
              <a:xfrm>
                <a:off x="588962" y="1420813"/>
                <a:ext cx="190500" cy="190500"/>
              </a:xfrm>
              <a:custGeom>
                <a:rect b="b" l="l" r="r" t="t"/>
                <a:pathLst>
                  <a:path extrusionOk="0" h="40" w="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 name="Google Shape;62;p13"/>
              <p:cNvSpPr/>
              <p:nvPr/>
            </p:nvSpPr>
            <p:spPr>
              <a:xfrm>
                <a:off x="588962"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 name="Google Shape;63;p13"/>
              <p:cNvSpPr/>
              <p:nvPr/>
            </p:nvSpPr>
            <p:spPr>
              <a:xfrm>
                <a:off x="641350" y="0"/>
                <a:ext cx="422275" cy="527050"/>
              </a:xfrm>
              <a:custGeom>
                <a:rect b="b" l="l" r="r" t="t"/>
                <a:pathLst>
                  <a:path extrusionOk="0" h="332" w="266">
                    <a:moveTo>
                      <a:pt x="257" y="332"/>
                    </a:moveTo>
                    <a:lnTo>
                      <a:pt x="48" y="123"/>
                    </a:lnTo>
                    <a:lnTo>
                      <a:pt x="0" y="6"/>
                    </a:lnTo>
                    <a:lnTo>
                      <a:pt x="15" y="0"/>
                    </a:lnTo>
                    <a:lnTo>
                      <a:pt x="63" y="114"/>
                    </a:lnTo>
                    <a:lnTo>
                      <a:pt x="266" y="320"/>
                    </a:lnTo>
                    <a:lnTo>
                      <a:pt x="257" y="332"/>
                    </a:lnTo>
                    <a:close/>
                  </a:path>
                </a:pathLst>
              </a:custGeom>
              <a:gradFill>
                <a:gsLst>
                  <a:gs pos="0">
                    <a:schemeClr val="dk2"/>
                  </a:gs>
                  <a:gs pos="100000">
                    <a:srgbClr val="B3FFFF"/>
                  </a:gs>
                </a:gsLst>
                <a:lin ang="5400000" scaled="0"/>
              </a:gradFill>
              <a:ln>
                <a:noFill/>
              </a:ln>
            </p:spPr>
          </p:sp>
          <p:sp>
            <p:nvSpPr>
              <p:cNvPr id="64" name="Google Shape;64;p13"/>
              <p:cNvSpPr/>
              <p:nvPr/>
            </p:nvSpPr>
            <p:spPr>
              <a:xfrm>
                <a:off x="1020762"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65" name="Google Shape;65;p13"/>
              <p:cNvCxnSpPr/>
              <p:nvPr/>
            </p:nvCxnSpPr>
            <p:spPr>
              <a:xfrm>
                <a:off x="-4763" y="9525"/>
                <a:ext cx="0" cy="0"/>
              </a:xfrm>
              <a:prstGeom prst="straightConnector1">
                <a:avLst/>
              </a:prstGeom>
              <a:gradFill>
                <a:gsLst>
                  <a:gs pos="0">
                    <a:schemeClr val="dk2"/>
                  </a:gs>
                  <a:gs pos="100000">
                    <a:srgbClr val="B3FFFF"/>
                  </a:gs>
                </a:gsLst>
                <a:lin ang="5400000" scaled="0"/>
              </a:gradFill>
              <a:ln cap="flat" cmpd="sng" w="9525">
                <a:solidFill>
                  <a:srgbClr val="FFFFFF"/>
                </a:solidFill>
                <a:prstDash val="solid"/>
                <a:miter lim="800000"/>
                <a:headEnd len="med" w="med" type="none"/>
                <a:tailEnd len="med" w="med" type="none"/>
              </a:ln>
            </p:spPr>
          </p:cxnSp>
          <p:sp>
            <p:nvSpPr>
              <p:cNvPr id="66" name="Google Shape;66;p13"/>
              <p:cNvSpPr/>
              <p:nvPr/>
            </p:nvSpPr>
            <p:spPr>
              <a:xfrm>
                <a:off x="9525" y="1801813"/>
                <a:ext cx="123825" cy="127000"/>
              </a:xfrm>
              <a:custGeom>
                <a:rect b="b" l="l" r="r" t="t"/>
                <a:pathLst>
                  <a:path extrusionOk="0" h="80" w="78">
                    <a:moveTo>
                      <a:pt x="6" y="80"/>
                    </a:moveTo>
                    <a:lnTo>
                      <a:pt x="0" y="71"/>
                    </a:lnTo>
                    <a:lnTo>
                      <a:pt x="69" y="0"/>
                    </a:lnTo>
                    <a:lnTo>
                      <a:pt x="78" y="9"/>
                    </a:lnTo>
                    <a:lnTo>
                      <a:pt x="6" y="80"/>
                    </a:lnTo>
                    <a:close/>
                  </a:path>
                </a:pathLst>
              </a:custGeom>
              <a:gradFill>
                <a:gsLst>
                  <a:gs pos="0">
                    <a:schemeClr val="dk2"/>
                  </a:gs>
                  <a:gs pos="100000">
                    <a:srgbClr val="B3FFFF"/>
                  </a:gs>
                </a:gsLst>
                <a:lin ang="5400000" scaled="0"/>
              </a:gradFill>
              <a:ln>
                <a:noFill/>
              </a:ln>
            </p:spPr>
          </p:sp>
          <p:sp>
            <p:nvSpPr>
              <p:cNvPr id="67" name="Google Shape;67;p13"/>
              <p:cNvSpPr/>
              <p:nvPr/>
            </p:nvSpPr>
            <p:spPr>
              <a:xfrm>
                <a:off x="-9525" y="3549650"/>
                <a:ext cx="147638" cy="481013"/>
              </a:xfrm>
              <a:custGeom>
                <a:rect b="b" l="l" r="r" t="t"/>
                <a:pathLst>
                  <a:path extrusionOk="0" h="303" w="93">
                    <a:moveTo>
                      <a:pt x="93" y="303"/>
                    </a:moveTo>
                    <a:lnTo>
                      <a:pt x="78" y="303"/>
                    </a:lnTo>
                    <a:lnTo>
                      <a:pt x="78" y="78"/>
                    </a:lnTo>
                    <a:lnTo>
                      <a:pt x="0" y="12"/>
                    </a:lnTo>
                    <a:lnTo>
                      <a:pt x="12" y="0"/>
                    </a:lnTo>
                    <a:lnTo>
                      <a:pt x="93" y="69"/>
                    </a:lnTo>
                    <a:lnTo>
                      <a:pt x="93" y="303"/>
                    </a:lnTo>
                    <a:close/>
                  </a:path>
                </a:pathLst>
              </a:custGeom>
              <a:gradFill>
                <a:gsLst>
                  <a:gs pos="0">
                    <a:schemeClr val="dk2"/>
                  </a:gs>
                  <a:gs pos="100000">
                    <a:srgbClr val="B3FFFF"/>
                  </a:gs>
                </a:gsLst>
                <a:lin ang="5400000" scaled="0"/>
              </a:gradFill>
              <a:ln>
                <a:noFill/>
              </a:ln>
            </p:spPr>
          </p:sp>
          <p:sp>
            <p:nvSpPr>
              <p:cNvPr id="68" name="Google Shape;68;p13"/>
              <p:cNvSpPr/>
              <p:nvPr/>
            </p:nvSpPr>
            <p:spPr>
              <a:xfrm>
                <a:off x="128587"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dk2"/>
                  </a:gs>
                  <a:gs pos="100000">
                    <a:srgbClr val="B3FFFF"/>
                  </a:gs>
                </a:gsLst>
                <a:lin ang="5400000" scaled="0"/>
              </a:gradFill>
              <a:ln>
                <a:noFill/>
              </a:ln>
            </p:spPr>
          </p:sp>
          <p:sp>
            <p:nvSpPr>
              <p:cNvPr id="69" name="Google Shape;69;p13"/>
              <p:cNvSpPr/>
              <p:nvPr/>
            </p:nvSpPr>
            <p:spPr>
              <a:xfrm>
                <a:off x="204787" y="1849438"/>
                <a:ext cx="114300" cy="107950"/>
              </a:xfrm>
              <a:custGeom>
                <a:rect b="b" l="l" r="r" t="t"/>
                <a:pathLst>
                  <a:path extrusionOk="0" h="23" w="24">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 name="Google Shape;70;p13"/>
              <p:cNvSpPr/>
              <p:nvPr/>
            </p:nvSpPr>
            <p:spPr>
              <a:xfrm>
                <a:off x="133350" y="4662488"/>
                <a:ext cx="23813" cy="2181225"/>
              </a:xfrm>
              <a:prstGeom prst="rect">
                <a:avLst/>
              </a:pr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 name="Google Shape;71;p13"/>
              <p:cNvSpPr/>
              <p:nvPr/>
            </p:nvSpPr>
            <p:spPr>
              <a:xfrm>
                <a:off x="223837" y="5041900"/>
                <a:ext cx="369888" cy="1801813"/>
              </a:xfrm>
              <a:custGeom>
                <a:rect b="b" l="l" r="r" t="t"/>
                <a:pathLst>
                  <a:path extrusionOk="0" h="1135" w="233">
                    <a:moveTo>
                      <a:pt x="15" y="1135"/>
                    </a:moveTo>
                    <a:lnTo>
                      <a:pt x="0" y="1135"/>
                    </a:lnTo>
                    <a:lnTo>
                      <a:pt x="0" y="515"/>
                    </a:lnTo>
                    <a:lnTo>
                      <a:pt x="0" y="512"/>
                    </a:lnTo>
                    <a:lnTo>
                      <a:pt x="218" y="0"/>
                    </a:lnTo>
                    <a:lnTo>
                      <a:pt x="233" y="6"/>
                    </a:lnTo>
                    <a:lnTo>
                      <a:pt x="15" y="518"/>
                    </a:lnTo>
                    <a:lnTo>
                      <a:pt x="15" y="1135"/>
                    </a:lnTo>
                    <a:close/>
                  </a:path>
                </a:pathLst>
              </a:custGeom>
              <a:gradFill>
                <a:gsLst>
                  <a:gs pos="0">
                    <a:schemeClr val="dk2"/>
                  </a:gs>
                  <a:gs pos="100000">
                    <a:srgbClr val="B3FFFF"/>
                  </a:gs>
                </a:gsLst>
                <a:lin ang="5400000" scaled="0"/>
              </a:gradFill>
              <a:ln>
                <a:noFill/>
              </a:ln>
            </p:spPr>
          </p:sp>
          <p:sp>
            <p:nvSpPr>
              <p:cNvPr id="72" name="Google Shape;72;p13"/>
              <p:cNvSpPr/>
              <p:nvPr/>
            </p:nvSpPr>
            <p:spPr>
              <a:xfrm>
                <a:off x="52387"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3"/>
              <p:cNvSpPr/>
              <p:nvPr/>
            </p:nvSpPr>
            <p:spPr>
              <a:xfrm>
                <a:off x="-14288" y="5627688"/>
                <a:ext cx="85725" cy="1216025"/>
              </a:xfrm>
              <a:custGeom>
                <a:rect b="b" l="l" r="r" t="t"/>
                <a:pathLst>
                  <a:path extrusionOk="0" h="766" w="54">
                    <a:moveTo>
                      <a:pt x="54" y="766"/>
                    </a:moveTo>
                    <a:lnTo>
                      <a:pt x="36" y="766"/>
                    </a:lnTo>
                    <a:lnTo>
                      <a:pt x="36" y="149"/>
                    </a:lnTo>
                    <a:lnTo>
                      <a:pt x="0" y="3"/>
                    </a:lnTo>
                    <a:lnTo>
                      <a:pt x="18" y="0"/>
                    </a:lnTo>
                    <a:lnTo>
                      <a:pt x="54" y="146"/>
                    </a:lnTo>
                    <a:lnTo>
                      <a:pt x="54" y="766"/>
                    </a:lnTo>
                    <a:close/>
                  </a:path>
                </a:pathLst>
              </a:custGeom>
              <a:gradFill>
                <a:gsLst>
                  <a:gs pos="0">
                    <a:schemeClr val="dk2"/>
                  </a:gs>
                  <a:gs pos="100000">
                    <a:srgbClr val="B3FFFF"/>
                  </a:gs>
                </a:gsLst>
                <a:lin ang="5400000" scaled="0"/>
              </a:gradFill>
              <a:ln>
                <a:noFill/>
              </a:ln>
            </p:spPr>
          </p:sp>
          <p:sp>
            <p:nvSpPr>
              <p:cNvPr id="74" name="Google Shape;74;p13"/>
              <p:cNvSpPr/>
              <p:nvPr/>
            </p:nvSpPr>
            <p:spPr>
              <a:xfrm>
                <a:off x="527050"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5" name="Google Shape;75;p13"/>
              <p:cNvSpPr/>
              <p:nvPr/>
            </p:nvSpPr>
            <p:spPr>
              <a:xfrm>
                <a:off x="309562" y="5422900"/>
                <a:ext cx="374650" cy="1425575"/>
              </a:xfrm>
              <a:custGeom>
                <a:rect b="b" l="l" r="r" t="t"/>
                <a:pathLst>
                  <a:path extrusionOk="0" h="898" w="236">
                    <a:moveTo>
                      <a:pt x="18" y="898"/>
                    </a:moveTo>
                    <a:lnTo>
                      <a:pt x="0" y="898"/>
                    </a:lnTo>
                    <a:lnTo>
                      <a:pt x="0" y="515"/>
                    </a:lnTo>
                    <a:lnTo>
                      <a:pt x="3" y="512"/>
                    </a:lnTo>
                    <a:lnTo>
                      <a:pt x="221" y="0"/>
                    </a:lnTo>
                    <a:lnTo>
                      <a:pt x="236" y="6"/>
                    </a:lnTo>
                    <a:lnTo>
                      <a:pt x="18" y="518"/>
                    </a:lnTo>
                    <a:lnTo>
                      <a:pt x="18" y="898"/>
                    </a:lnTo>
                    <a:close/>
                  </a:path>
                </a:pathLst>
              </a:custGeom>
              <a:gradFill>
                <a:gsLst>
                  <a:gs pos="0">
                    <a:schemeClr val="dk2"/>
                  </a:gs>
                  <a:gs pos="100000">
                    <a:srgbClr val="B3FFFF"/>
                  </a:gs>
                </a:gsLst>
                <a:lin ang="5400000" scaled="0"/>
              </a:gradFill>
              <a:ln>
                <a:noFill/>
              </a:ln>
            </p:spPr>
          </p:sp>
          <p:sp>
            <p:nvSpPr>
              <p:cNvPr id="76" name="Google Shape;76;p13"/>
              <p:cNvSpPr/>
              <p:nvPr/>
            </p:nvSpPr>
            <p:spPr>
              <a:xfrm>
                <a:off x="569912"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dk2"/>
                  </a:gs>
                  <a:gs pos="100000">
                    <a:srgbClr val="B3FFFF"/>
                  </a:gs>
                </a:gsLst>
                <a:lin ang="5400000" scaled="0"/>
              </a:gradFill>
              <a:ln>
                <a:noFill/>
              </a:ln>
            </p:spPr>
          </p:sp>
          <p:sp>
            <p:nvSpPr>
              <p:cNvPr id="77" name="Google Shape;77;p13"/>
              <p:cNvSpPr/>
              <p:nvPr/>
            </p:nvSpPr>
            <p:spPr>
              <a:xfrm>
                <a:off x="612775"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3"/>
              <p:cNvSpPr/>
              <p:nvPr/>
            </p:nvSpPr>
            <p:spPr>
              <a:xfrm>
                <a:off x="612775"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13"/>
              <p:cNvSpPr/>
              <p:nvPr/>
            </p:nvSpPr>
            <p:spPr>
              <a:xfrm>
                <a:off x="669925" y="6330950"/>
                <a:ext cx="417513" cy="517525"/>
              </a:xfrm>
              <a:custGeom>
                <a:rect b="b" l="l" r="r" t="t"/>
                <a:pathLst>
                  <a:path extrusionOk="0" h="326" w="263">
                    <a:moveTo>
                      <a:pt x="15" y="326"/>
                    </a:moveTo>
                    <a:lnTo>
                      <a:pt x="0" y="320"/>
                    </a:lnTo>
                    <a:lnTo>
                      <a:pt x="45" y="206"/>
                    </a:lnTo>
                    <a:lnTo>
                      <a:pt x="48" y="206"/>
                    </a:lnTo>
                    <a:lnTo>
                      <a:pt x="254" y="0"/>
                    </a:lnTo>
                    <a:lnTo>
                      <a:pt x="263" y="12"/>
                    </a:lnTo>
                    <a:lnTo>
                      <a:pt x="60" y="215"/>
                    </a:lnTo>
                    <a:lnTo>
                      <a:pt x="15" y="326"/>
                    </a:lnTo>
                    <a:close/>
                  </a:path>
                </a:pathLst>
              </a:custGeom>
              <a:gradFill>
                <a:gsLst>
                  <a:gs pos="0">
                    <a:schemeClr val="dk2"/>
                  </a:gs>
                  <a:gs pos="100000">
                    <a:srgbClr val="B3FFFF"/>
                  </a:gs>
                </a:gsLst>
                <a:lin ang="5400000" scaled="0"/>
              </a:gradFill>
              <a:ln>
                <a:noFill/>
              </a:ln>
            </p:spPr>
          </p:sp>
          <p:sp>
            <p:nvSpPr>
              <p:cNvPr id="80" name="Google Shape;80;p13"/>
              <p:cNvSpPr/>
              <p:nvPr/>
            </p:nvSpPr>
            <p:spPr>
              <a:xfrm>
                <a:off x="1049337"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dk2"/>
                  </a:gs>
                  <a:gs pos="100000">
                    <a:srgbClr val="B3FFFF"/>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grpSp>
          <p:nvGrpSpPr>
            <p:cNvPr id="81" name="Google Shape;81;p13"/>
            <p:cNvGrpSpPr/>
            <p:nvPr/>
          </p:nvGrpSpPr>
          <p:grpSpPr>
            <a:xfrm>
              <a:off x="11364912" y="0"/>
              <a:ext cx="674688" cy="6848476"/>
              <a:chOff x="11364912" y="0"/>
              <a:chExt cx="674688" cy="6848476"/>
            </a:xfrm>
          </p:grpSpPr>
          <p:sp>
            <p:nvSpPr>
              <p:cNvPr id="82" name="Google Shape;82;p13"/>
              <p:cNvSpPr/>
              <p:nvPr/>
            </p:nvSpPr>
            <p:spPr>
              <a:xfrm>
                <a:off x="11483975" y="0"/>
                <a:ext cx="417513" cy="512763"/>
              </a:xfrm>
              <a:custGeom>
                <a:rect b="b" l="l" r="r" t="t"/>
                <a:pathLst>
                  <a:path extrusionOk="0" h="323" w="263">
                    <a:moveTo>
                      <a:pt x="12" y="323"/>
                    </a:moveTo>
                    <a:lnTo>
                      <a:pt x="0" y="314"/>
                    </a:lnTo>
                    <a:lnTo>
                      <a:pt x="203" y="108"/>
                    </a:lnTo>
                    <a:lnTo>
                      <a:pt x="248" y="0"/>
                    </a:lnTo>
                    <a:lnTo>
                      <a:pt x="263" y="6"/>
                    </a:lnTo>
                    <a:lnTo>
                      <a:pt x="218" y="117"/>
                    </a:lnTo>
                    <a:lnTo>
                      <a:pt x="218" y="117"/>
                    </a:lnTo>
                    <a:lnTo>
                      <a:pt x="12" y="323"/>
                    </a:lnTo>
                    <a:close/>
                  </a:path>
                </a:pathLst>
              </a:custGeom>
              <a:gradFill>
                <a:gsLst>
                  <a:gs pos="0">
                    <a:srgbClr val="134770">
                      <a:alpha val="80000"/>
                    </a:srgbClr>
                  </a:gs>
                  <a:gs pos="100000">
                    <a:srgbClr val="B3FFFF">
                      <a:alpha val="60000"/>
                    </a:srgbClr>
                  </a:gs>
                </a:gsLst>
                <a:lin ang="5400000" scaled="0"/>
              </a:gradFill>
              <a:ln>
                <a:noFill/>
              </a:ln>
            </p:spPr>
          </p:sp>
          <p:sp>
            <p:nvSpPr>
              <p:cNvPr id="83" name="Google Shape;83;p13"/>
              <p:cNvSpPr/>
              <p:nvPr/>
            </p:nvSpPr>
            <p:spPr>
              <a:xfrm>
                <a:off x="11364912" y="474663"/>
                <a:ext cx="157163" cy="152400"/>
              </a:xfrm>
              <a:custGeom>
                <a:rect b="b" l="l" r="r" t="t"/>
                <a:pathLst>
                  <a:path extrusionOk="0" h="32" w="33">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3"/>
              <p:cNvSpPr/>
              <p:nvPr/>
            </p:nvSpPr>
            <p:spPr>
              <a:xfrm>
                <a:off x="11631612" y="1539875"/>
                <a:ext cx="188913"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3"/>
              <p:cNvSpPr/>
              <p:nvPr/>
            </p:nvSpPr>
            <p:spPr>
              <a:xfrm>
                <a:off x="11531600" y="5694363"/>
                <a:ext cx="298450" cy="1154113"/>
              </a:xfrm>
              <a:custGeom>
                <a:rect b="b" l="l" r="r" t="t"/>
                <a:pathLst>
                  <a:path extrusionOk="0" h="727" w="188">
                    <a:moveTo>
                      <a:pt x="15" y="727"/>
                    </a:moveTo>
                    <a:lnTo>
                      <a:pt x="0" y="727"/>
                    </a:lnTo>
                    <a:lnTo>
                      <a:pt x="0" y="407"/>
                    </a:lnTo>
                    <a:lnTo>
                      <a:pt x="0" y="407"/>
                    </a:lnTo>
                    <a:lnTo>
                      <a:pt x="176" y="0"/>
                    </a:lnTo>
                    <a:lnTo>
                      <a:pt x="188" y="6"/>
                    </a:lnTo>
                    <a:lnTo>
                      <a:pt x="15" y="410"/>
                    </a:lnTo>
                    <a:lnTo>
                      <a:pt x="15" y="727"/>
                    </a:lnTo>
                    <a:close/>
                  </a:path>
                </a:pathLst>
              </a:custGeom>
              <a:gradFill>
                <a:gsLst>
                  <a:gs pos="0">
                    <a:srgbClr val="134770">
                      <a:alpha val="80000"/>
                    </a:srgbClr>
                  </a:gs>
                  <a:gs pos="100000">
                    <a:srgbClr val="B3FFFF">
                      <a:alpha val="60000"/>
                    </a:srgbClr>
                  </a:gs>
                </a:gsLst>
                <a:lin ang="5400000" scaled="0"/>
              </a:gradFill>
              <a:ln>
                <a:noFill/>
              </a:ln>
            </p:spPr>
          </p:sp>
          <p:sp>
            <p:nvSpPr>
              <p:cNvPr id="86" name="Google Shape;86;p13"/>
              <p:cNvSpPr/>
              <p:nvPr/>
            </p:nvSpPr>
            <p:spPr>
              <a:xfrm>
                <a:off x="11772900" y="5551488"/>
                <a:ext cx="157163" cy="155575"/>
              </a:xfrm>
              <a:custGeom>
                <a:rect b="b" l="l" r="r" t="t"/>
                <a:pathLst>
                  <a:path extrusionOk="0" h="33" w="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7" name="Google Shape;87;p13"/>
              <p:cNvSpPr/>
              <p:nvPr/>
            </p:nvSpPr>
            <p:spPr>
              <a:xfrm>
                <a:off x="11710987" y="4763"/>
                <a:ext cx="304800" cy="1544638"/>
              </a:xfrm>
              <a:custGeom>
                <a:rect b="b" l="l" r="r" t="t"/>
                <a:pathLst>
                  <a:path extrusionOk="0" h="973" w="192">
                    <a:moveTo>
                      <a:pt x="15" y="973"/>
                    </a:moveTo>
                    <a:lnTo>
                      <a:pt x="0" y="973"/>
                    </a:lnTo>
                    <a:lnTo>
                      <a:pt x="0" y="790"/>
                    </a:lnTo>
                    <a:lnTo>
                      <a:pt x="174" y="614"/>
                    </a:lnTo>
                    <a:lnTo>
                      <a:pt x="174" y="0"/>
                    </a:lnTo>
                    <a:lnTo>
                      <a:pt x="192" y="0"/>
                    </a:lnTo>
                    <a:lnTo>
                      <a:pt x="192" y="620"/>
                    </a:lnTo>
                    <a:lnTo>
                      <a:pt x="15" y="796"/>
                    </a:lnTo>
                    <a:lnTo>
                      <a:pt x="15" y="973"/>
                    </a:lnTo>
                    <a:close/>
                  </a:path>
                </a:pathLst>
              </a:custGeom>
              <a:gradFill>
                <a:gsLst>
                  <a:gs pos="0">
                    <a:srgbClr val="134770">
                      <a:alpha val="80000"/>
                    </a:srgbClr>
                  </a:gs>
                  <a:gs pos="100000">
                    <a:srgbClr val="B3FFFF">
                      <a:alpha val="60000"/>
                    </a:srgbClr>
                  </a:gs>
                </a:gsLst>
                <a:lin ang="5400000" scaled="0"/>
              </a:gradFill>
              <a:ln>
                <a:noFill/>
              </a:ln>
            </p:spPr>
          </p:sp>
          <p:sp>
            <p:nvSpPr>
              <p:cNvPr id="88" name="Google Shape;88;p13"/>
              <p:cNvSpPr/>
              <p:nvPr/>
            </p:nvSpPr>
            <p:spPr>
              <a:xfrm>
                <a:off x="11636375" y="4867275"/>
                <a:ext cx="188913"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3"/>
              <p:cNvSpPr/>
              <p:nvPr/>
            </p:nvSpPr>
            <p:spPr>
              <a:xfrm>
                <a:off x="11441112" y="5046663"/>
                <a:ext cx="307975" cy="1801813"/>
              </a:xfrm>
              <a:custGeom>
                <a:rect b="b" l="l" r="r" t="t"/>
                <a:pathLst>
                  <a:path extrusionOk="0" h="1135" w="194">
                    <a:moveTo>
                      <a:pt x="18" y="1135"/>
                    </a:moveTo>
                    <a:lnTo>
                      <a:pt x="0" y="1135"/>
                    </a:lnTo>
                    <a:lnTo>
                      <a:pt x="0" y="354"/>
                    </a:lnTo>
                    <a:lnTo>
                      <a:pt x="176" y="177"/>
                    </a:lnTo>
                    <a:lnTo>
                      <a:pt x="176" y="0"/>
                    </a:lnTo>
                    <a:lnTo>
                      <a:pt x="194" y="0"/>
                    </a:lnTo>
                    <a:lnTo>
                      <a:pt x="194" y="183"/>
                    </a:lnTo>
                    <a:lnTo>
                      <a:pt x="18" y="360"/>
                    </a:lnTo>
                    <a:lnTo>
                      <a:pt x="18" y="1135"/>
                    </a:lnTo>
                    <a:close/>
                  </a:path>
                </a:pathLst>
              </a:custGeom>
              <a:gradFill>
                <a:gsLst>
                  <a:gs pos="0">
                    <a:srgbClr val="134770">
                      <a:alpha val="80000"/>
                    </a:srgbClr>
                  </a:gs>
                  <a:gs pos="100000">
                    <a:srgbClr val="B3FFFF">
                      <a:alpha val="60000"/>
                    </a:srgbClr>
                  </a:gs>
                </a:gsLst>
                <a:lin ang="5400000" scaled="0"/>
              </a:gradFill>
              <a:ln>
                <a:noFill/>
              </a:ln>
            </p:spPr>
          </p:sp>
          <p:sp>
            <p:nvSpPr>
              <p:cNvPr id="90" name="Google Shape;90;p13"/>
              <p:cNvSpPr/>
              <p:nvPr/>
            </p:nvSpPr>
            <p:spPr>
              <a:xfrm>
                <a:off x="11849100" y="64166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3"/>
              <p:cNvSpPr/>
              <p:nvPr/>
            </p:nvSpPr>
            <p:spPr>
              <a:xfrm>
                <a:off x="11939587" y="6596063"/>
                <a:ext cx="23813" cy="252413"/>
              </a:xfrm>
              <a:prstGeom prst="rect">
                <a:avLst/>
              </a:prstGeom>
              <a:gradFill>
                <a:gsLst>
                  <a:gs pos="0">
                    <a:srgbClr val="134770">
                      <a:alpha val="80000"/>
                    </a:srgbClr>
                  </a:gs>
                  <a:gs pos="100000">
                    <a:srgbClr val="B3FFFF">
                      <a:alpha val="60000"/>
                    </a:srgbClr>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grpSp>
      <p:sp>
        <p:nvSpPr>
          <p:cNvPr id="92" name="Google Shape;92;p13"/>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2700"/>
              <a:buFont typeface="Twentieth Century"/>
              <a:buNone/>
              <a:defRPr b="0" i="0" sz="2700" u="none" cap="none" strike="noStrike">
                <a:solidFill>
                  <a:schemeClr val="dk1"/>
                </a:solidFill>
                <a:latin typeface="Twentieth Century"/>
                <a:ea typeface="Twentieth Century"/>
                <a:cs typeface="Twentieth Century"/>
                <a:sym typeface="Twentieth Centur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93" name="Google Shape;93;p13"/>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lvl1pPr indent="-374650" lvl="0" marL="457200" marR="0" rtl="0" algn="l">
              <a:lnSpc>
                <a:spcPct val="120000"/>
              </a:lnSpc>
              <a:spcBef>
                <a:spcPts val="800"/>
              </a:spcBef>
              <a:spcAft>
                <a:spcPts val="0"/>
              </a:spcAft>
              <a:buClr>
                <a:schemeClr val="dk1"/>
              </a:buClr>
              <a:buSzPts val="2300"/>
              <a:buFont typeface="Arial"/>
              <a:buChar char="•"/>
              <a:defRPr b="0" i="0" sz="1800" u="none" cap="none" strike="noStrike">
                <a:solidFill>
                  <a:schemeClr val="dk1"/>
                </a:solidFill>
                <a:latin typeface="Twentieth Century"/>
                <a:ea typeface="Twentieth Century"/>
                <a:cs typeface="Twentieth Century"/>
                <a:sym typeface="Twentieth Century"/>
              </a:defRPr>
            </a:lvl1pPr>
            <a:lvl2pPr indent="-349250" lvl="1" marL="914400" marR="0" rtl="0" algn="l">
              <a:lnSpc>
                <a:spcPct val="120000"/>
              </a:lnSpc>
              <a:spcBef>
                <a:spcPts val="400"/>
              </a:spcBef>
              <a:spcAft>
                <a:spcPts val="0"/>
              </a:spcAft>
              <a:buClr>
                <a:schemeClr val="dk1"/>
              </a:buClr>
              <a:buSzPts val="1900"/>
              <a:buFont typeface="Arial"/>
              <a:buChar char="•"/>
              <a:defRPr b="0" i="0" sz="1500" u="none" cap="none" strike="noStrike">
                <a:solidFill>
                  <a:schemeClr val="dk1"/>
                </a:solidFill>
                <a:latin typeface="Twentieth Century"/>
                <a:ea typeface="Twentieth Century"/>
                <a:cs typeface="Twentieth Century"/>
                <a:sym typeface="Twentieth Century"/>
              </a:defRPr>
            </a:lvl2pPr>
            <a:lvl3pPr indent="-336550" lvl="2" marL="1371600" marR="0" rtl="0" algn="l">
              <a:lnSpc>
                <a:spcPct val="120000"/>
              </a:lnSpc>
              <a:spcBef>
                <a:spcPts val="400"/>
              </a:spcBef>
              <a:spcAft>
                <a:spcPts val="0"/>
              </a:spcAft>
              <a:buClr>
                <a:schemeClr val="dk1"/>
              </a:buClr>
              <a:buSzPts val="1700"/>
              <a:buFont typeface="Arial"/>
              <a:buChar char="•"/>
              <a:defRPr b="0" i="0" sz="1400" u="none" cap="none" strike="noStrike">
                <a:solidFill>
                  <a:schemeClr val="dk1"/>
                </a:solidFill>
                <a:latin typeface="Twentieth Century"/>
                <a:ea typeface="Twentieth Century"/>
                <a:cs typeface="Twentieth Century"/>
                <a:sym typeface="Twentieth Century"/>
              </a:defRPr>
            </a:lvl3pPr>
            <a:lvl4pPr indent="-323850" lvl="3" marL="1828800" marR="0" rtl="0" algn="l">
              <a:lnSpc>
                <a:spcPct val="120000"/>
              </a:lnSpc>
              <a:spcBef>
                <a:spcPts val="400"/>
              </a:spcBef>
              <a:spcAft>
                <a:spcPts val="0"/>
              </a:spcAft>
              <a:buClr>
                <a:schemeClr val="dk1"/>
              </a:buClr>
              <a:buSzPts val="1500"/>
              <a:buFont typeface="Arial"/>
              <a:buChar char="•"/>
              <a:defRPr b="0" i="0" sz="1200" u="none" cap="none" strike="noStrike">
                <a:solidFill>
                  <a:schemeClr val="dk1"/>
                </a:solidFill>
                <a:latin typeface="Twentieth Century"/>
                <a:ea typeface="Twentieth Century"/>
                <a:cs typeface="Twentieth Century"/>
                <a:sym typeface="Twentieth Century"/>
              </a:defRPr>
            </a:lvl4pPr>
            <a:lvl5pPr indent="-323850" lvl="4" marL="2286000" marR="0" rtl="0" algn="l">
              <a:lnSpc>
                <a:spcPct val="120000"/>
              </a:lnSpc>
              <a:spcBef>
                <a:spcPts val="400"/>
              </a:spcBef>
              <a:spcAft>
                <a:spcPts val="0"/>
              </a:spcAft>
              <a:buClr>
                <a:schemeClr val="dk1"/>
              </a:buClr>
              <a:buSzPts val="1500"/>
              <a:buFont typeface="Arial"/>
              <a:buChar char="•"/>
              <a:defRPr b="0" i="0" sz="1200" u="none" cap="none" strike="noStrike">
                <a:solidFill>
                  <a:schemeClr val="dk1"/>
                </a:solidFill>
                <a:latin typeface="Twentieth Century"/>
                <a:ea typeface="Twentieth Century"/>
                <a:cs typeface="Twentieth Century"/>
                <a:sym typeface="Twentieth Century"/>
              </a:defRPr>
            </a:lvl5pPr>
            <a:lvl6pPr indent="-311150" lvl="5" marL="2743200" marR="0" rtl="0" algn="l">
              <a:lnSpc>
                <a:spcPct val="120000"/>
              </a:lnSpc>
              <a:spcBef>
                <a:spcPts val="400"/>
              </a:spcBef>
              <a:spcAft>
                <a:spcPts val="0"/>
              </a:spcAft>
              <a:buClr>
                <a:schemeClr val="dk1"/>
              </a:buClr>
              <a:buSzPts val="1300"/>
              <a:buFont typeface="Arial"/>
              <a:buChar char="•"/>
              <a:defRPr b="0" i="0" sz="1100" u="none" cap="none" strike="noStrike">
                <a:solidFill>
                  <a:schemeClr val="dk1"/>
                </a:solidFill>
                <a:latin typeface="Twentieth Century"/>
                <a:ea typeface="Twentieth Century"/>
                <a:cs typeface="Twentieth Century"/>
                <a:sym typeface="Twentieth Century"/>
              </a:defRPr>
            </a:lvl6pPr>
            <a:lvl7pPr indent="-311150" lvl="6" marL="3200400" marR="0" rtl="0" algn="l">
              <a:lnSpc>
                <a:spcPct val="120000"/>
              </a:lnSpc>
              <a:spcBef>
                <a:spcPts val="400"/>
              </a:spcBef>
              <a:spcAft>
                <a:spcPts val="0"/>
              </a:spcAft>
              <a:buClr>
                <a:schemeClr val="dk1"/>
              </a:buClr>
              <a:buSzPts val="1300"/>
              <a:buFont typeface="Arial"/>
              <a:buChar char="•"/>
              <a:defRPr b="0" i="0" sz="1100" u="none" cap="none" strike="noStrike">
                <a:solidFill>
                  <a:schemeClr val="dk1"/>
                </a:solidFill>
                <a:latin typeface="Twentieth Century"/>
                <a:ea typeface="Twentieth Century"/>
                <a:cs typeface="Twentieth Century"/>
                <a:sym typeface="Twentieth Century"/>
              </a:defRPr>
            </a:lvl7pPr>
            <a:lvl8pPr indent="-311150" lvl="7" marL="3657600" marR="0" rtl="0" algn="l">
              <a:lnSpc>
                <a:spcPct val="120000"/>
              </a:lnSpc>
              <a:spcBef>
                <a:spcPts val="400"/>
              </a:spcBef>
              <a:spcAft>
                <a:spcPts val="0"/>
              </a:spcAft>
              <a:buClr>
                <a:schemeClr val="dk1"/>
              </a:buClr>
              <a:buSzPts val="1300"/>
              <a:buFont typeface="Arial"/>
              <a:buChar char="•"/>
              <a:defRPr b="0" i="0" sz="1100" u="none" cap="none" strike="noStrike">
                <a:solidFill>
                  <a:schemeClr val="dk1"/>
                </a:solidFill>
                <a:latin typeface="Twentieth Century"/>
                <a:ea typeface="Twentieth Century"/>
                <a:cs typeface="Twentieth Century"/>
                <a:sym typeface="Twentieth Century"/>
              </a:defRPr>
            </a:lvl8pPr>
            <a:lvl9pPr indent="-311150" lvl="8" marL="4114800" marR="0" rtl="0" algn="l">
              <a:lnSpc>
                <a:spcPct val="120000"/>
              </a:lnSpc>
              <a:spcBef>
                <a:spcPts val="400"/>
              </a:spcBef>
              <a:spcAft>
                <a:spcPts val="0"/>
              </a:spcAft>
              <a:buClr>
                <a:schemeClr val="dk1"/>
              </a:buClr>
              <a:buSzPts val="1300"/>
              <a:buFont typeface="Arial"/>
              <a:buChar char="•"/>
              <a:defRPr b="0" i="0" sz="1100" u="none" cap="none" strike="noStrike">
                <a:solidFill>
                  <a:schemeClr val="dk1"/>
                </a:solidFill>
                <a:latin typeface="Twentieth Century"/>
                <a:ea typeface="Twentieth Century"/>
                <a:cs typeface="Twentieth Century"/>
                <a:sym typeface="Twentieth Century"/>
              </a:defRPr>
            </a:lvl9pPr>
          </a:lstStyle>
          <a:p/>
        </p:txBody>
      </p:sp>
      <p:sp>
        <p:nvSpPr>
          <p:cNvPr id="94" name="Google Shape;94;p13"/>
          <p:cNvSpPr txBox="1"/>
          <p:nvPr>
            <p:ph idx="10" type="dt"/>
          </p:nvPr>
        </p:nvSpPr>
        <p:spPr>
          <a:xfrm>
            <a:off x="5592691" y="4412457"/>
            <a:ext cx="2057400" cy="273844"/>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800" u="none" cap="none" strike="noStrike">
                <a:solidFill>
                  <a:srgbClr val="888888"/>
                </a:solidFill>
                <a:latin typeface="Twentieth Century"/>
                <a:ea typeface="Twentieth Century"/>
                <a:cs typeface="Twentieth Century"/>
                <a:sym typeface="Twentieth Century"/>
              </a:defRPr>
            </a:lvl1pPr>
            <a:lvl2pPr lvl="1"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9pPr>
          </a:lstStyle>
          <a:p/>
        </p:txBody>
      </p:sp>
      <p:sp>
        <p:nvSpPr>
          <p:cNvPr id="95" name="Google Shape;95;p13"/>
          <p:cNvSpPr txBox="1"/>
          <p:nvPr>
            <p:ph idx="11" type="ftr"/>
          </p:nvPr>
        </p:nvSpPr>
        <p:spPr>
          <a:xfrm>
            <a:off x="856058" y="4412456"/>
            <a:ext cx="4679482"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800" u="none" cap="none" strike="noStrike">
                <a:solidFill>
                  <a:srgbClr val="888888"/>
                </a:solidFill>
                <a:latin typeface="Twentieth Century"/>
                <a:ea typeface="Twentieth Century"/>
                <a:cs typeface="Twentieth Century"/>
                <a:sym typeface="Twentieth Century"/>
              </a:defRPr>
            </a:lvl1pPr>
            <a:lvl2pPr lvl="1"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100"/>
              <a:buNone/>
              <a:defRPr b="0" i="0" sz="1400" u="none" cap="none" strike="noStrike">
                <a:solidFill>
                  <a:schemeClr val="dk1"/>
                </a:solidFill>
                <a:latin typeface="Twentieth Century"/>
                <a:ea typeface="Twentieth Century"/>
                <a:cs typeface="Twentieth Century"/>
                <a:sym typeface="Twentieth Century"/>
              </a:defRPr>
            </a:lvl9pPr>
          </a:lstStyle>
          <a:p/>
        </p:txBody>
      </p:sp>
      <p:sp>
        <p:nvSpPr>
          <p:cNvPr id="96" name="Google Shape;96;p13"/>
          <p:cNvSpPr txBox="1"/>
          <p:nvPr>
            <p:ph idx="12" type="sldNum"/>
          </p:nvPr>
        </p:nvSpPr>
        <p:spPr>
          <a:xfrm>
            <a:off x="7707241" y="4412456"/>
            <a:ext cx="578317"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1pPr>
            <a:lvl2pPr indent="0" lvl="1"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2pPr>
            <a:lvl3pPr indent="0" lvl="2"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3pPr>
            <a:lvl4pPr indent="0" lvl="3"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4pPr>
            <a:lvl5pPr indent="0" lvl="4"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5pPr>
            <a:lvl6pPr indent="0" lvl="5"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6pPr>
            <a:lvl7pPr indent="0" lvl="6"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7pPr>
            <a:lvl8pPr indent="0" lvl="7"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8pPr>
            <a:lvl9pPr indent="0" lvl="8" marL="0" marR="0" rtl="0" algn="r">
              <a:spcBef>
                <a:spcPts val="0"/>
              </a:spcBef>
              <a:buNone/>
              <a:defRPr b="0" i="0" sz="800" u="none" cap="none" strike="noStrike">
                <a:solidFill>
                  <a:srgbClr val="888888"/>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jpg"/><Relationship Id="rId5" Type="http://schemas.openxmlformats.org/officeDocument/2006/relationships/hyperlink" Target="https://www.linkedin.com/in/isaak-mwangi/" TargetMode="External"/><Relationship Id="rId6" Type="http://schemas.openxmlformats.org/officeDocument/2006/relationships/hyperlink" Target="https://x.com/aidev_isaa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www.python.org/dev/peps/pep-0008/#tabs-or-spac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1"/>
          <p:cNvSpPr txBox="1"/>
          <p:nvPr>
            <p:ph type="title"/>
          </p:nvPr>
        </p:nvSpPr>
        <p:spPr>
          <a:xfrm>
            <a:off x="856060" y="1200192"/>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FF0000"/>
              </a:buClr>
              <a:buSzPts val="2700"/>
              <a:buFont typeface="Arial"/>
              <a:buNone/>
            </a:pPr>
            <a:r>
              <a:rPr b="0" i="0" lang="en">
                <a:solidFill>
                  <a:srgbClr val="FF0000"/>
                </a:solidFill>
                <a:latin typeface="Arial"/>
                <a:ea typeface="Arial"/>
                <a:cs typeface="Arial"/>
                <a:sym typeface="Arial"/>
              </a:rPr>
              <a:t>CONDITIONAL STATEMENTS</a:t>
            </a:r>
            <a:endParaRPr>
              <a:solidFill>
                <a:srgbClr val="FF0000"/>
              </a:solidFill>
            </a:endParaRPr>
          </a:p>
        </p:txBody>
      </p:sp>
      <p:sp>
        <p:nvSpPr>
          <p:cNvPr id="280" name="Google Shape;280;p31"/>
          <p:cNvSpPr txBox="1"/>
          <p:nvPr>
            <p:ph idx="1" type="body"/>
          </p:nvPr>
        </p:nvSpPr>
        <p:spPr>
          <a:xfrm>
            <a:off x="856060" y="2309120"/>
            <a:ext cx="7429499" cy="1175701"/>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Prepared by Isaak Kamau</a:t>
            </a:r>
            <a:endParaRPr/>
          </a:p>
        </p:txBody>
      </p:sp>
      <p:pic>
        <p:nvPicPr>
          <p:cNvPr id="281" name="Google Shape;281;p31"/>
          <p:cNvPicPr preferRelativeResize="0"/>
          <p:nvPr/>
        </p:nvPicPr>
        <p:blipFill rotWithShape="1">
          <a:blip r:embed="rId3">
            <a:alphaModFix/>
          </a:blip>
          <a:srcRect b="0" l="0" r="0" t="0"/>
          <a:stretch/>
        </p:blipFill>
        <p:spPr>
          <a:xfrm>
            <a:off x="7332714" y="-21766"/>
            <a:ext cx="1503485" cy="751742"/>
          </a:xfrm>
          <a:prstGeom prst="rect">
            <a:avLst/>
          </a:prstGeom>
          <a:noFill/>
          <a:ln>
            <a:noFill/>
          </a:ln>
        </p:spPr>
      </p:pic>
      <p:pic>
        <p:nvPicPr>
          <p:cNvPr id="282" name="Google Shape;282;p31"/>
          <p:cNvPicPr preferRelativeResize="0"/>
          <p:nvPr/>
        </p:nvPicPr>
        <p:blipFill rotWithShape="1">
          <a:blip r:embed="rId4">
            <a:alphaModFix/>
          </a:blip>
          <a:srcRect b="0" l="0" r="0" t="0"/>
          <a:stretch/>
        </p:blipFill>
        <p:spPr>
          <a:xfrm>
            <a:off x="14956" y="0"/>
            <a:ext cx="960991" cy="960991"/>
          </a:xfrm>
          <a:prstGeom prst="rect">
            <a:avLst/>
          </a:prstGeom>
          <a:noFill/>
          <a:ln>
            <a:noFill/>
          </a:ln>
        </p:spPr>
      </p:pic>
      <p:sp>
        <p:nvSpPr>
          <p:cNvPr id="283" name="Google Shape;283;p31"/>
          <p:cNvSpPr txBox="1"/>
          <p:nvPr/>
        </p:nvSpPr>
        <p:spPr>
          <a:xfrm>
            <a:off x="1523000" y="4089400"/>
            <a:ext cx="2717700" cy="318900"/>
          </a:xfrm>
          <a:prstGeom prst="rect">
            <a:avLst/>
          </a:prstGeom>
          <a:noFill/>
          <a:ln>
            <a:noFill/>
          </a:ln>
        </p:spPr>
        <p:txBody>
          <a:bodyPr anchorCtr="0" anchor="t" bIns="34275" lIns="68575" spcFirstLastPara="1" rIns="68575" wrap="square" tIns="34275">
            <a:normAutofit fontScale="85000"/>
          </a:bodyPr>
          <a:lstStyle/>
          <a:p>
            <a:pPr indent="-135255" lvl="0" marL="177800" marR="0" rtl="0" algn="l">
              <a:lnSpc>
                <a:spcPct val="120000"/>
              </a:lnSpc>
              <a:spcBef>
                <a:spcPts val="0"/>
              </a:spcBef>
              <a:spcAft>
                <a:spcPts val="0"/>
              </a:spcAft>
              <a:buSzPct val="100000"/>
              <a:buFont typeface="Arial"/>
              <a:buChar char="•"/>
            </a:pPr>
            <a:r>
              <a:rPr b="0" i="0" lang="en" sz="1800" u="none" cap="none" strike="noStrike">
                <a:latin typeface="Twentieth Century"/>
                <a:ea typeface="Twentieth Century"/>
                <a:cs typeface="Twentieth Century"/>
                <a:sym typeface="Twentieth Century"/>
              </a:rPr>
              <a:t>Prepared by Isaa</a:t>
            </a:r>
            <a:r>
              <a:rPr lang="en" sz="1800">
                <a:latin typeface="Twentieth Century"/>
                <a:ea typeface="Twentieth Century"/>
                <a:cs typeface="Twentieth Century"/>
                <a:sym typeface="Twentieth Century"/>
              </a:rPr>
              <a:t>k</a:t>
            </a:r>
            <a:r>
              <a:rPr b="0" i="0" lang="en" sz="1800" u="none" cap="none" strike="noStrike">
                <a:latin typeface="Twentieth Century"/>
                <a:ea typeface="Twentieth Century"/>
                <a:cs typeface="Twentieth Century"/>
                <a:sym typeface="Twentieth Century"/>
              </a:rPr>
              <a:t> Kamau</a:t>
            </a:r>
            <a:endParaRPr sz="1800"/>
          </a:p>
        </p:txBody>
      </p:sp>
      <p:sp>
        <p:nvSpPr>
          <p:cNvPr id="284" name="Google Shape;284;p31"/>
          <p:cNvSpPr txBox="1"/>
          <p:nvPr/>
        </p:nvSpPr>
        <p:spPr>
          <a:xfrm>
            <a:off x="3995425" y="4129600"/>
            <a:ext cx="49032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100" u="sng" cap="none" strike="noStrike">
                <a:latin typeface="Twentieth Century"/>
                <a:ea typeface="Twentieth Century"/>
                <a:cs typeface="Twentieth Century"/>
                <a:sym typeface="Twentieth Century"/>
                <a:hlinkClick r:id="rId5"/>
              </a:rPr>
              <a:t>linkedin.com/in/isaak-mwangi/</a:t>
            </a:r>
            <a:r>
              <a:rPr lang="en" sz="1100">
                <a:solidFill>
                  <a:srgbClr val="000000"/>
                </a:solidFill>
                <a:latin typeface="Twentieth Century"/>
                <a:ea typeface="Twentieth Century"/>
                <a:cs typeface="Twentieth Century"/>
                <a:sym typeface="Twentieth Century"/>
              </a:rPr>
              <a:t> |</a:t>
            </a:r>
            <a:r>
              <a:rPr lang="en" sz="1100" u="sng">
                <a:solidFill>
                  <a:srgbClr val="000000"/>
                </a:solidFill>
                <a:latin typeface="Twentieth Century"/>
                <a:ea typeface="Twentieth Century"/>
                <a:cs typeface="Twentieth Century"/>
                <a:sym typeface="Twentieth Century"/>
                <a:hlinkClick r:id="rId6">
                  <a:extLst>
                    <a:ext uri="{A12FA001-AC4F-418D-AE19-62706E023703}">
                      <ahyp:hlinkClr val="tx"/>
                    </a:ext>
                  </a:extLst>
                </a:hlinkClick>
              </a:rPr>
              <a:t>https://x.com/aidev_isaak</a:t>
            </a:r>
            <a:endParaRPr sz="1100">
              <a:solidFill>
                <a:srgbClr val="000000"/>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2"/>
          <p:cNvSpPr txBox="1"/>
          <p:nvPr>
            <p:ph idx="1" type="body"/>
          </p:nvPr>
        </p:nvSpPr>
        <p:spPr>
          <a:xfrm>
            <a:off x="857250" y="406696"/>
            <a:ext cx="7429499" cy="3904808"/>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In this session, we are shall be covering:</a:t>
            </a:r>
            <a:endParaRPr/>
          </a:p>
          <a:p>
            <a:pPr indent="-38100" lvl="0" marL="177800" rtl="0" algn="l">
              <a:lnSpc>
                <a:spcPct val="120000"/>
              </a:lnSpc>
              <a:spcBef>
                <a:spcPts val="800"/>
              </a:spcBef>
              <a:spcAft>
                <a:spcPts val="0"/>
              </a:spcAft>
              <a:buClr>
                <a:schemeClr val="dk1"/>
              </a:buClr>
              <a:buSzPts val="2300"/>
              <a:buNone/>
            </a:pPr>
            <a:r>
              <a:t/>
            </a:r>
            <a:endParaRPr/>
          </a:p>
          <a:p>
            <a:pPr indent="-38100" lvl="0" marL="177800" rtl="0" algn="l">
              <a:lnSpc>
                <a:spcPct val="120000"/>
              </a:lnSpc>
              <a:spcBef>
                <a:spcPts val="800"/>
              </a:spcBef>
              <a:spcAft>
                <a:spcPts val="0"/>
              </a:spcAft>
              <a:buClr>
                <a:schemeClr val="dk1"/>
              </a:buClr>
              <a:buSzPts val="2300"/>
              <a:buNone/>
            </a:pPr>
            <a:r>
              <a:t/>
            </a:r>
            <a:endParaRPr/>
          </a:p>
          <a:p>
            <a:pPr indent="-184150" lvl="0" marL="177800" rtl="0" algn="l">
              <a:lnSpc>
                <a:spcPct val="120000"/>
              </a:lnSpc>
              <a:spcBef>
                <a:spcPts val="800"/>
              </a:spcBef>
              <a:spcAft>
                <a:spcPts val="0"/>
              </a:spcAft>
              <a:buClr>
                <a:schemeClr val="dk1"/>
              </a:buClr>
              <a:buSzPts val="2300"/>
              <a:buChar char="•"/>
            </a:pPr>
            <a:r>
              <a:rPr lang="en"/>
              <a:t>Python Operators</a:t>
            </a:r>
            <a:endParaRPr/>
          </a:p>
          <a:p>
            <a:pPr indent="-184150" lvl="0" marL="177800" rtl="0" algn="l">
              <a:lnSpc>
                <a:spcPct val="120000"/>
              </a:lnSpc>
              <a:spcBef>
                <a:spcPts val="800"/>
              </a:spcBef>
              <a:spcAft>
                <a:spcPts val="0"/>
              </a:spcAft>
              <a:buClr>
                <a:schemeClr val="dk1"/>
              </a:buClr>
              <a:buSzPts val="2300"/>
              <a:buChar char="•"/>
            </a:pPr>
            <a:r>
              <a:rPr lang="en"/>
              <a:t>Python Conditional statements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3"/>
          <p:cNvSpPr txBox="1"/>
          <p:nvPr>
            <p:ph idx="1" type="body"/>
          </p:nvPr>
        </p:nvSpPr>
        <p:spPr>
          <a:xfrm>
            <a:off x="856059" y="350875"/>
            <a:ext cx="7429499" cy="3992526"/>
          </a:xfrm>
          <a:prstGeom prst="rect">
            <a:avLst/>
          </a:prstGeom>
          <a:noFill/>
          <a:ln>
            <a:noFill/>
          </a:ln>
        </p:spPr>
        <p:txBody>
          <a:bodyPr anchorCtr="0" anchor="t" bIns="34275" lIns="68575" spcFirstLastPara="1" rIns="68575" wrap="square" tIns="34275">
            <a:normAutofit/>
          </a:bodyPr>
          <a:lstStyle/>
          <a:p>
            <a:pPr indent="-38100" lvl="0" marL="177800" rtl="0" algn="l">
              <a:lnSpc>
                <a:spcPct val="120000"/>
              </a:lnSpc>
              <a:spcBef>
                <a:spcPts val="0"/>
              </a:spcBef>
              <a:spcAft>
                <a:spcPts val="0"/>
              </a:spcAft>
              <a:buClr>
                <a:schemeClr val="dk1"/>
              </a:buClr>
              <a:buSzPts val="2300"/>
              <a:buNone/>
            </a:pPr>
            <a:r>
              <a:t/>
            </a:r>
            <a:endParaRPr b="0" i="0">
              <a:solidFill>
                <a:srgbClr val="0B0B0B"/>
              </a:solidFill>
              <a:latin typeface="Open Sans"/>
              <a:ea typeface="Open Sans"/>
              <a:cs typeface="Open Sans"/>
              <a:sym typeface="Open Sans"/>
            </a:endParaRPr>
          </a:p>
          <a:p>
            <a:pPr indent="-184150" lvl="0" marL="177800" rtl="0" algn="l">
              <a:lnSpc>
                <a:spcPct val="120000"/>
              </a:lnSpc>
              <a:spcBef>
                <a:spcPts val="800"/>
              </a:spcBef>
              <a:spcAft>
                <a:spcPts val="0"/>
              </a:spcAft>
              <a:buClr>
                <a:srgbClr val="0B0B0B"/>
              </a:buClr>
              <a:buSzPts val="2300"/>
              <a:buChar char="•"/>
            </a:pPr>
            <a:r>
              <a:rPr b="0" i="0" lang="en">
                <a:solidFill>
                  <a:srgbClr val="0B0B0B"/>
                </a:solidFill>
                <a:latin typeface="Arial"/>
                <a:ea typeface="Arial"/>
                <a:cs typeface="Arial"/>
                <a:sym typeface="Arial"/>
              </a:rPr>
              <a:t>Conditional Statements Are part of Python CONTROL FLOW</a:t>
            </a:r>
            <a:endParaRPr>
              <a:solidFill>
                <a:srgbClr val="0B0B0B"/>
              </a:solidFill>
              <a:latin typeface="Open Sans"/>
              <a:ea typeface="Open Sans"/>
              <a:cs typeface="Open Sans"/>
              <a:sym typeface="Open Sans"/>
            </a:endParaRPr>
          </a:p>
          <a:p>
            <a:pPr indent="-38100" lvl="0" marL="177800" rtl="0" algn="l">
              <a:lnSpc>
                <a:spcPct val="120000"/>
              </a:lnSpc>
              <a:spcBef>
                <a:spcPts val="800"/>
              </a:spcBef>
              <a:spcAft>
                <a:spcPts val="0"/>
              </a:spcAft>
              <a:buClr>
                <a:schemeClr val="dk1"/>
              </a:buClr>
              <a:buSzPts val="2300"/>
              <a:buNone/>
            </a:pPr>
            <a:r>
              <a:t/>
            </a:r>
            <a:endParaRPr b="0" i="0">
              <a:solidFill>
                <a:srgbClr val="0B0B0B"/>
              </a:solidFill>
              <a:latin typeface="Open Sans"/>
              <a:ea typeface="Open Sans"/>
              <a:cs typeface="Open Sans"/>
              <a:sym typeface="Open Sans"/>
            </a:endParaRPr>
          </a:p>
          <a:p>
            <a:pPr indent="0" lvl="0" marL="0" rtl="0" algn="l">
              <a:lnSpc>
                <a:spcPct val="120000"/>
              </a:lnSpc>
              <a:spcBef>
                <a:spcPts val="800"/>
              </a:spcBef>
              <a:spcAft>
                <a:spcPts val="0"/>
              </a:spcAft>
              <a:buClr>
                <a:schemeClr val="dk1"/>
              </a:buClr>
              <a:buSzPts val="2300"/>
              <a:buNone/>
            </a:pPr>
            <a:r>
              <a:t/>
            </a:r>
            <a:endParaRPr b="0" i="0">
              <a:solidFill>
                <a:srgbClr val="0B0B0B"/>
              </a:solidFill>
              <a:latin typeface="Open Sans"/>
              <a:ea typeface="Open Sans"/>
              <a:cs typeface="Open Sans"/>
              <a:sym typeface="Open Sans"/>
            </a:endParaRPr>
          </a:p>
          <a:p>
            <a:pPr indent="-184150" lvl="0" marL="177800" rtl="0" algn="l">
              <a:lnSpc>
                <a:spcPct val="120000"/>
              </a:lnSpc>
              <a:spcBef>
                <a:spcPts val="800"/>
              </a:spcBef>
              <a:spcAft>
                <a:spcPts val="0"/>
              </a:spcAft>
              <a:buClr>
                <a:srgbClr val="0B0B0B"/>
              </a:buClr>
              <a:buSzPts val="2300"/>
              <a:buChar char="•"/>
            </a:pPr>
            <a:r>
              <a:rPr b="0" i="0" lang="en">
                <a:solidFill>
                  <a:srgbClr val="0B0B0B"/>
                </a:solidFill>
                <a:latin typeface="Open Sans"/>
                <a:ea typeface="Open Sans"/>
                <a:cs typeface="Open Sans"/>
                <a:sym typeface="Open Sans"/>
              </a:rPr>
              <a:t>Control flow describes the order in which your lines of code are run. This order is usually different than the sequence in which the lines of code appear! Execution can flow from one place in the code to another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4"/>
          <p:cNvSpPr txBox="1"/>
          <p:nvPr>
            <p:ph type="title"/>
          </p:nvPr>
        </p:nvSpPr>
        <p:spPr>
          <a:xfrm>
            <a:off x="856060" y="81116"/>
            <a:ext cx="7429499" cy="718983"/>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B0B0B"/>
              </a:buClr>
              <a:buSzPts val="2700"/>
              <a:buFont typeface="Arial"/>
              <a:buNone/>
            </a:pPr>
            <a:r>
              <a:rPr b="0" i="0" lang="en">
                <a:solidFill>
                  <a:srgbClr val="0B0B0B"/>
                </a:solidFill>
                <a:latin typeface="Arial"/>
                <a:ea typeface="Arial"/>
                <a:cs typeface="Arial"/>
                <a:sym typeface="Arial"/>
              </a:rPr>
              <a:t>INDENTATION</a:t>
            </a:r>
            <a:endParaRPr/>
          </a:p>
        </p:txBody>
      </p:sp>
      <p:sp>
        <p:nvSpPr>
          <p:cNvPr id="300" name="Google Shape;300;p34"/>
          <p:cNvSpPr txBox="1"/>
          <p:nvPr>
            <p:ph idx="1" type="body"/>
          </p:nvPr>
        </p:nvSpPr>
        <p:spPr>
          <a:xfrm>
            <a:off x="856059" y="869212"/>
            <a:ext cx="7429499" cy="3474189"/>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B0B0B"/>
              </a:buClr>
              <a:buSzPts val="2300"/>
              <a:buChar char="•"/>
            </a:pPr>
            <a:r>
              <a:rPr b="0" i="0" lang="en">
                <a:solidFill>
                  <a:srgbClr val="0B0B0B"/>
                </a:solidFill>
                <a:latin typeface="Open Sans"/>
                <a:ea typeface="Open Sans"/>
                <a:cs typeface="Open Sans"/>
                <a:sym typeface="Open Sans"/>
              </a:rPr>
              <a:t>Some other languages use braces to show where blocks of code begin and end. In Python, we use indentation to enclose blocks of code. For example, ‘if’ statements use indentation to tell Python what code is inside and outside of different clauses.</a:t>
            </a:r>
            <a:endParaRPr/>
          </a:p>
          <a:p>
            <a:pPr indent="-184150" lvl="0" marL="177800" rtl="0" algn="l">
              <a:lnSpc>
                <a:spcPct val="120000"/>
              </a:lnSpc>
              <a:spcBef>
                <a:spcPts val="800"/>
              </a:spcBef>
              <a:spcAft>
                <a:spcPts val="0"/>
              </a:spcAft>
              <a:buClr>
                <a:srgbClr val="0B0B0B"/>
              </a:buClr>
              <a:buSzPts val="2300"/>
              <a:buChar char="•"/>
            </a:pPr>
            <a:r>
              <a:rPr b="0" i="0" lang="en">
                <a:solidFill>
                  <a:srgbClr val="0B0B0B"/>
                </a:solidFill>
                <a:latin typeface="Open Sans"/>
                <a:ea typeface="Open Sans"/>
                <a:cs typeface="Open Sans"/>
                <a:sym typeface="Open Sans"/>
              </a:rPr>
              <a:t>In Python, indents conventionally come in multiples of four spaces. Be strict about following this convention, because changing the indentation can completely change the meaning of the code. If you are working on a team of Python programmers, it's important that everyone follows the same indentation convention!</a:t>
            </a:r>
            <a:endParaRPr/>
          </a:p>
          <a:p>
            <a:pPr indent="-38100" lvl="0" marL="177800" rtl="0" algn="l">
              <a:lnSpc>
                <a:spcPct val="120000"/>
              </a:lnSpc>
              <a:spcBef>
                <a:spcPts val="800"/>
              </a:spcBef>
              <a:spcAft>
                <a:spcPts val="0"/>
              </a:spcAft>
              <a:buClr>
                <a:schemeClr val="dk1"/>
              </a:buClr>
              <a:buSzPts val="23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B0B0B"/>
              </a:buClr>
              <a:buSzPts val="2700"/>
              <a:buFont typeface="Open Sans"/>
              <a:buNone/>
            </a:pPr>
            <a:r>
              <a:rPr b="1" i="0" lang="en">
                <a:solidFill>
                  <a:srgbClr val="0B0B0B"/>
                </a:solidFill>
                <a:latin typeface="Open Sans"/>
                <a:ea typeface="Open Sans"/>
                <a:cs typeface="Open Sans"/>
                <a:sym typeface="Open Sans"/>
              </a:rPr>
              <a:t>SPACES OR TABS?</a:t>
            </a:r>
            <a:endParaRPr/>
          </a:p>
        </p:txBody>
      </p:sp>
      <p:sp>
        <p:nvSpPr>
          <p:cNvPr id="306" name="Google Shape;306;p35"/>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0" lvl="0" marL="0" rtl="0" algn="l">
              <a:lnSpc>
                <a:spcPct val="120000"/>
              </a:lnSpc>
              <a:spcBef>
                <a:spcPts val="0"/>
              </a:spcBef>
              <a:spcAft>
                <a:spcPts val="0"/>
              </a:spcAft>
              <a:buClr>
                <a:srgbClr val="0B0B0B"/>
              </a:buClr>
              <a:buSzPts val="2300"/>
              <a:buNone/>
            </a:pPr>
            <a:r>
              <a:rPr b="0" i="0" lang="en">
                <a:solidFill>
                  <a:srgbClr val="0B0B0B"/>
                </a:solidFill>
                <a:latin typeface="Open Sans"/>
                <a:ea typeface="Open Sans"/>
                <a:cs typeface="Open Sans"/>
                <a:sym typeface="Open Sans"/>
              </a:rPr>
              <a:t>The </a:t>
            </a:r>
            <a:r>
              <a:rPr b="1" i="0" lang="en" u="sng">
                <a:solidFill>
                  <a:schemeClr val="hlink"/>
                </a:solidFill>
                <a:latin typeface="Open Sans"/>
                <a:ea typeface="Open Sans"/>
                <a:cs typeface="Open Sans"/>
                <a:sym typeface="Open Sans"/>
                <a:hlinkClick r:id="rId3"/>
              </a:rPr>
              <a:t>Python Style Guide</a:t>
            </a:r>
            <a:r>
              <a:rPr b="0" i="0" lang="en">
                <a:solidFill>
                  <a:srgbClr val="0B0B0B"/>
                </a:solidFill>
                <a:latin typeface="Open Sans"/>
                <a:ea typeface="Open Sans"/>
                <a:cs typeface="Open Sans"/>
                <a:sym typeface="Open Sans"/>
              </a:rPr>
              <a:t> recommends using 4 spaces to indent, rather than using a tab. Whichever you use, be aware that "Python 3 disallows mixing the use of tabs and spaces for indentation."</a:t>
            </a:r>
            <a:endParaRPr/>
          </a:p>
          <a:p>
            <a:pPr indent="0" lvl="0" marL="0" rtl="0" algn="l">
              <a:lnSpc>
                <a:spcPct val="120000"/>
              </a:lnSpc>
              <a:spcBef>
                <a:spcPts val="800"/>
              </a:spcBef>
              <a:spcAft>
                <a:spcPts val="0"/>
              </a:spcAft>
              <a:buClr>
                <a:schemeClr val="dk1"/>
              </a:buClr>
              <a:buSzPts val="23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6"/>
          <p:cNvSpPr txBox="1"/>
          <p:nvPr>
            <p:ph idx="1" type="body"/>
          </p:nvPr>
        </p:nvSpPr>
        <p:spPr>
          <a:xfrm>
            <a:off x="856059" y="223284"/>
            <a:ext cx="7429499" cy="4680983"/>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00000"/>
              </a:buClr>
              <a:buSzPts val="2300"/>
              <a:buChar char="•"/>
            </a:pPr>
            <a:r>
              <a:rPr b="0" i="0" lang="en">
                <a:solidFill>
                  <a:srgbClr val="000000"/>
                </a:solidFill>
                <a:latin typeface="Verdana"/>
                <a:ea typeface="Verdana"/>
                <a:cs typeface="Verdana"/>
                <a:sym typeface="Verdana"/>
              </a:rPr>
              <a:t>Python supports the usual logical conditions from mathematics:</a:t>
            </a:r>
            <a:endParaRPr/>
          </a:p>
          <a:p>
            <a:pPr indent="-184150" lvl="0" marL="177800" rtl="0" algn="l">
              <a:lnSpc>
                <a:spcPct val="120000"/>
              </a:lnSpc>
              <a:spcBef>
                <a:spcPts val="800"/>
              </a:spcBef>
              <a:spcAft>
                <a:spcPts val="0"/>
              </a:spcAft>
              <a:buClr>
                <a:srgbClr val="000000"/>
              </a:buClr>
              <a:buSzPts val="2300"/>
              <a:buFont typeface="Arial"/>
              <a:buChar char="•"/>
            </a:pPr>
            <a:r>
              <a:rPr b="0" i="0" lang="en">
                <a:solidFill>
                  <a:srgbClr val="000000"/>
                </a:solidFill>
                <a:latin typeface="Verdana"/>
                <a:ea typeface="Verdana"/>
                <a:cs typeface="Verdana"/>
                <a:sym typeface="Verdana"/>
              </a:rPr>
              <a:t>Equals: </a:t>
            </a:r>
            <a:r>
              <a:rPr b="0" i="0" lang="en">
                <a:solidFill>
                  <a:srgbClr val="DC143C"/>
                </a:solidFill>
                <a:latin typeface="Consolas"/>
                <a:ea typeface="Consolas"/>
                <a:cs typeface="Consolas"/>
                <a:sym typeface="Consolas"/>
              </a:rPr>
              <a:t>a == b</a:t>
            </a:r>
            <a:endParaRPr b="0" i="0">
              <a:solidFill>
                <a:srgbClr val="000000"/>
              </a:solidFill>
              <a:latin typeface="Verdana"/>
              <a:ea typeface="Verdana"/>
              <a:cs typeface="Verdana"/>
              <a:sym typeface="Verdana"/>
            </a:endParaRPr>
          </a:p>
          <a:p>
            <a:pPr indent="-184150" lvl="0" marL="177800" rtl="0" algn="l">
              <a:lnSpc>
                <a:spcPct val="120000"/>
              </a:lnSpc>
              <a:spcBef>
                <a:spcPts val="800"/>
              </a:spcBef>
              <a:spcAft>
                <a:spcPts val="0"/>
              </a:spcAft>
              <a:buClr>
                <a:srgbClr val="000000"/>
              </a:buClr>
              <a:buSzPts val="2300"/>
              <a:buFont typeface="Arial"/>
              <a:buChar char="•"/>
            </a:pPr>
            <a:r>
              <a:rPr b="0" i="0" lang="en">
                <a:solidFill>
                  <a:srgbClr val="000000"/>
                </a:solidFill>
                <a:latin typeface="Verdana"/>
                <a:ea typeface="Verdana"/>
                <a:cs typeface="Verdana"/>
                <a:sym typeface="Verdana"/>
              </a:rPr>
              <a:t>Not Equals: </a:t>
            </a:r>
            <a:r>
              <a:rPr b="0" i="0" lang="en">
                <a:solidFill>
                  <a:srgbClr val="DC143C"/>
                </a:solidFill>
                <a:latin typeface="Consolas"/>
                <a:ea typeface="Consolas"/>
                <a:cs typeface="Consolas"/>
                <a:sym typeface="Consolas"/>
              </a:rPr>
              <a:t>a != b</a:t>
            </a:r>
            <a:endParaRPr b="0" i="0">
              <a:solidFill>
                <a:srgbClr val="000000"/>
              </a:solidFill>
              <a:latin typeface="Verdana"/>
              <a:ea typeface="Verdana"/>
              <a:cs typeface="Verdana"/>
              <a:sym typeface="Verdana"/>
            </a:endParaRPr>
          </a:p>
          <a:p>
            <a:pPr indent="-184150" lvl="0" marL="177800" rtl="0" algn="l">
              <a:lnSpc>
                <a:spcPct val="120000"/>
              </a:lnSpc>
              <a:spcBef>
                <a:spcPts val="800"/>
              </a:spcBef>
              <a:spcAft>
                <a:spcPts val="0"/>
              </a:spcAft>
              <a:buClr>
                <a:srgbClr val="000000"/>
              </a:buClr>
              <a:buSzPts val="2300"/>
              <a:buFont typeface="Arial"/>
              <a:buChar char="•"/>
            </a:pPr>
            <a:r>
              <a:rPr b="0" i="0" lang="en">
                <a:solidFill>
                  <a:srgbClr val="000000"/>
                </a:solidFill>
                <a:latin typeface="Verdana"/>
                <a:ea typeface="Verdana"/>
                <a:cs typeface="Verdana"/>
                <a:sym typeface="Verdana"/>
              </a:rPr>
              <a:t>Less than: </a:t>
            </a:r>
            <a:r>
              <a:rPr b="0" i="0" lang="en">
                <a:solidFill>
                  <a:srgbClr val="DC143C"/>
                </a:solidFill>
                <a:latin typeface="Consolas"/>
                <a:ea typeface="Consolas"/>
                <a:cs typeface="Consolas"/>
                <a:sym typeface="Consolas"/>
              </a:rPr>
              <a:t>a &lt; b</a:t>
            </a:r>
            <a:endParaRPr b="0" i="0">
              <a:solidFill>
                <a:srgbClr val="000000"/>
              </a:solidFill>
              <a:latin typeface="Verdana"/>
              <a:ea typeface="Verdana"/>
              <a:cs typeface="Verdana"/>
              <a:sym typeface="Verdana"/>
            </a:endParaRPr>
          </a:p>
          <a:p>
            <a:pPr indent="-184150" lvl="0" marL="177800" rtl="0" algn="l">
              <a:lnSpc>
                <a:spcPct val="120000"/>
              </a:lnSpc>
              <a:spcBef>
                <a:spcPts val="800"/>
              </a:spcBef>
              <a:spcAft>
                <a:spcPts val="0"/>
              </a:spcAft>
              <a:buClr>
                <a:srgbClr val="000000"/>
              </a:buClr>
              <a:buSzPts val="2300"/>
              <a:buFont typeface="Arial"/>
              <a:buChar char="•"/>
            </a:pPr>
            <a:r>
              <a:rPr b="0" i="0" lang="en">
                <a:solidFill>
                  <a:srgbClr val="000000"/>
                </a:solidFill>
                <a:latin typeface="Verdana"/>
                <a:ea typeface="Verdana"/>
                <a:cs typeface="Verdana"/>
                <a:sym typeface="Verdana"/>
              </a:rPr>
              <a:t>Less than or equal to: </a:t>
            </a:r>
            <a:r>
              <a:rPr b="0" i="0" lang="en">
                <a:solidFill>
                  <a:srgbClr val="DC143C"/>
                </a:solidFill>
                <a:latin typeface="Consolas"/>
                <a:ea typeface="Consolas"/>
                <a:cs typeface="Consolas"/>
                <a:sym typeface="Consolas"/>
              </a:rPr>
              <a:t>a &lt;= b</a:t>
            </a:r>
            <a:endParaRPr b="0" i="0">
              <a:solidFill>
                <a:srgbClr val="000000"/>
              </a:solidFill>
              <a:latin typeface="Verdana"/>
              <a:ea typeface="Verdana"/>
              <a:cs typeface="Verdana"/>
              <a:sym typeface="Verdana"/>
            </a:endParaRPr>
          </a:p>
          <a:p>
            <a:pPr indent="-184150" lvl="0" marL="177800" rtl="0" algn="l">
              <a:lnSpc>
                <a:spcPct val="120000"/>
              </a:lnSpc>
              <a:spcBef>
                <a:spcPts val="800"/>
              </a:spcBef>
              <a:spcAft>
                <a:spcPts val="0"/>
              </a:spcAft>
              <a:buClr>
                <a:srgbClr val="000000"/>
              </a:buClr>
              <a:buSzPts val="2300"/>
              <a:buFont typeface="Arial"/>
              <a:buChar char="•"/>
            </a:pPr>
            <a:r>
              <a:rPr b="0" i="0" lang="en">
                <a:solidFill>
                  <a:srgbClr val="000000"/>
                </a:solidFill>
                <a:latin typeface="Verdana"/>
                <a:ea typeface="Verdana"/>
                <a:cs typeface="Verdana"/>
                <a:sym typeface="Verdana"/>
              </a:rPr>
              <a:t>Greater than: </a:t>
            </a:r>
            <a:r>
              <a:rPr b="0" i="0" lang="en">
                <a:solidFill>
                  <a:srgbClr val="DC143C"/>
                </a:solidFill>
                <a:latin typeface="Consolas"/>
                <a:ea typeface="Consolas"/>
                <a:cs typeface="Consolas"/>
                <a:sym typeface="Consolas"/>
              </a:rPr>
              <a:t>a &gt; b</a:t>
            </a:r>
            <a:endParaRPr b="0" i="0">
              <a:solidFill>
                <a:srgbClr val="000000"/>
              </a:solidFill>
              <a:latin typeface="Verdana"/>
              <a:ea typeface="Verdana"/>
              <a:cs typeface="Verdana"/>
              <a:sym typeface="Verdana"/>
            </a:endParaRPr>
          </a:p>
          <a:p>
            <a:pPr indent="-184150" lvl="0" marL="177800" rtl="0" algn="l">
              <a:lnSpc>
                <a:spcPct val="120000"/>
              </a:lnSpc>
              <a:spcBef>
                <a:spcPts val="800"/>
              </a:spcBef>
              <a:spcAft>
                <a:spcPts val="0"/>
              </a:spcAft>
              <a:buClr>
                <a:srgbClr val="000000"/>
              </a:buClr>
              <a:buSzPts val="2300"/>
              <a:buFont typeface="Arial"/>
              <a:buChar char="•"/>
            </a:pPr>
            <a:r>
              <a:rPr b="0" i="0" lang="en">
                <a:solidFill>
                  <a:srgbClr val="000000"/>
                </a:solidFill>
                <a:latin typeface="Verdana"/>
                <a:ea typeface="Verdana"/>
                <a:cs typeface="Verdana"/>
                <a:sym typeface="Verdana"/>
              </a:rPr>
              <a:t>Greater than or equal to: </a:t>
            </a:r>
            <a:r>
              <a:rPr b="0" i="0" lang="en">
                <a:solidFill>
                  <a:srgbClr val="DC143C"/>
                </a:solidFill>
                <a:latin typeface="Consolas"/>
                <a:ea typeface="Consolas"/>
                <a:cs typeface="Consolas"/>
                <a:sym typeface="Consolas"/>
              </a:rPr>
              <a:t>a &gt;= b</a:t>
            </a:r>
            <a:endParaRPr b="0" i="0">
              <a:solidFill>
                <a:srgbClr val="000000"/>
              </a:solidFill>
              <a:latin typeface="Verdana"/>
              <a:ea typeface="Verdana"/>
              <a:cs typeface="Verdana"/>
              <a:sym typeface="Verdana"/>
            </a:endParaRPr>
          </a:p>
          <a:p>
            <a:pPr indent="-184150" lvl="0" marL="177800" rtl="0" algn="l">
              <a:lnSpc>
                <a:spcPct val="120000"/>
              </a:lnSpc>
              <a:spcBef>
                <a:spcPts val="800"/>
              </a:spcBef>
              <a:spcAft>
                <a:spcPts val="0"/>
              </a:spcAft>
              <a:buClr>
                <a:srgbClr val="000000"/>
              </a:buClr>
              <a:buSzPts val="2300"/>
              <a:buChar char="•"/>
            </a:pPr>
            <a:r>
              <a:rPr b="0" i="0" lang="en">
                <a:solidFill>
                  <a:srgbClr val="000000"/>
                </a:solidFill>
                <a:latin typeface="Verdana"/>
                <a:ea typeface="Verdana"/>
                <a:cs typeface="Verdana"/>
                <a:sym typeface="Verdana"/>
              </a:rPr>
              <a:t>These conditions can be used in several ways, most commonly in "if statements" and loops.</a:t>
            </a:r>
            <a:endParaRPr/>
          </a:p>
          <a:p>
            <a:pPr indent="-38100" lvl="0" marL="177800" rtl="0" algn="l">
              <a:lnSpc>
                <a:spcPct val="120000"/>
              </a:lnSpc>
              <a:spcBef>
                <a:spcPts val="800"/>
              </a:spcBef>
              <a:spcAft>
                <a:spcPts val="0"/>
              </a:spcAft>
              <a:buClr>
                <a:schemeClr val="dk1"/>
              </a:buClr>
              <a:buSzPts val="23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7"/>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B0B0B"/>
              </a:buClr>
              <a:buSzPts val="2700"/>
              <a:buFont typeface="Arial"/>
              <a:buNone/>
            </a:pPr>
            <a:r>
              <a:rPr b="0" i="0" lang="en">
                <a:solidFill>
                  <a:srgbClr val="0B0B0B"/>
                </a:solidFill>
                <a:latin typeface="Arial"/>
                <a:ea typeface="Arial"/>
                <a:cs typeface="Arial"/>
                <a:sym typeface="Arial"/>
              </a:rPr>
              <a:t>IF STATEMENT</a:t>
            </a:r>
            <a:endParaRPr/>
          </a:p>
        </p:txBody>
      </p:sp>
      <p:sp>
        <p:nvSpPr>
          <p:cNvPr id="317" name="Google Shape;317;p37"/>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An “if” </a:t>
            </a:r>
            <a:r>
              <a:rPr b="0" i="0" lang="en">
                <a:solidFill>
                  <a:srgbClr val="0B0B0B"/>
                </a:solidFill>
                <a:latin typeface="Open Sans"/>
                <a:ea typeface="Open Sans"/>
                <a:cs typeface="Open Sans"/>
                <a:sym typeface="Open Sans"/>
              </a:rPr>
              <a:t>statement is a conditional statement that runs or skips code based on whether a condition is true or false. </a:t>
            </a:r>
            <a:endParaRPr/>
          </a:p>
          <a:p>
            <a:pPr indent="-38100" lvl="0" marL="177800" rtl="0" algn="l">
              <a:lnSpc>
                <a:spcPct val="120000"/>
              </a:lnSpc>
              <a:spcBef>
                <a:spcPts val="800"/>
              </a:spcBef>
              <a:spcAft>
                <a:spcPts val="0"/>
              </a:spcAft>
              <a:buClr>
                <a:schemeClr val="dk1"/>
              </a:buClr>
              <a:buSzPts val="23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8"/>
          <p:cNvSpPr txBox="1"/>
          <p:nvPr>
            <p:ph idx="1" type="body"/>
          </p:nvPr>
        </p:nvSpPr>
        <p:spPr>
          <a:xfrm>
            <a:off x="856059" y="462915"/>
            <a:ext cx="7429499" cy="4363403"/>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B0B0B"/>
              </a:buClr>
              <a:buSzPts val="2300"/>
              <a:buChar char="•"/>
            </a:pPr>
            <a:r>
              <a:rPr b="0" i="0" lang="en">
                <a:solidFill>
                  <a:srgbClr val="0B0B0B"/>
                </a:solidFill>
                <a:latin typeface="Open Sans"/>
                <a:ea typeface="Open Sans"/>
                <a:cs typeface="Open Sans"/>
                <a:sym typeface="Open Sans"/>
              </a:rPr>
              <a:t>Here's a simple example.</a:t>
            </a:r>
            <a:endParaRPr/>
          </a:p>
          <a:p>
            <a:pPr indent="-184150" lvl="0" marL="177800" rtl="0" algn="l">
              <a:lnSpc>
                <a:spcPct val="120000"/>
              </a:lnSpc>
              <a:spcBef>
                <a:spcPts val="800"/>
              </a:spcBef>
              <a:spcAft>
                <a:spcPts val="0"/>
              </a:spcAft>
              <a:buClr>
                <a:schemeClr val="dk1"/>
              </a:buClr>
              <a:buSzPts val="2300"/>
              <a:buChar char="•"/>
            </a:pPr>
            <a:r>
              <a:rPr lang="en"/>
              <a:t>phone_balance = 20</a:t>
            </a:r>
            <a:endParaRPr/>
          </a:p>
          <a:p>
            <a:pPr indent="-184150" lvl="0" marL="177800" rtl="0" algn="l">
              <a:lnSpc>
                <a:spcPct val="120000"/>
              </a:lnSpc>
              <a:spcBef>
                <a:spcPts val="800"/>
              </a:spcBef>
              <a:spcAft>
                <a:spcPts val="0"/>
              </a:spcAft>
              <a:buClr>
                <a:schemeClr val="dk1"/>
              </a:buClr>
              <a:buSzPts val="2300"/>
              <a:buChar char="•"/>
            </a:pPr>
            <a:r>
              <a:rPr lang="en"/>
              <a:t>bank_balance = 1000</a:t>
            </a:r>
            <a:endParaRPr/>
          </a:p>
          <a:p>
            <a:pPr indent="-38100" lvl="0" marL="177800" rtl="0" algn="l">
              <a:lnSpc>
                <a:spcPct val="120000"/>
              </a:lnSpc>
              <a:spcBef>
                <a:spcPts val="800"/>
              </a:spcBef>
              <a:spcAft>
                <a:spcPts val="0"/>
              </a:spcAft>
              <a:buClr>
                <a:schemeClr val="dk1"/>
              </a:buClr>
              <a:buSzPts val="2300"/>
              <a:buNone/>
            </a:pPr>
            <a:r>
              <a:t/>
            </a:r>
            <a:endParaRPr/>
          </a:p>
          <a:p>
            <a:pPr indent="-184150" lvl="0" marL="177800" rtl="0" algn="l">
              <a:lnSpc>
                <a:spcPct val="120000"/>
              </a:lnSpc>
              <a:spcBef>
                <a:spcPts val="800"/>
              </a:spcBef>
              <a:spcAft>
                <a:spcPts val="0"/>
              </a:spcAft>
              <a:buClr>
                <a:schemeClr val="dk1"/>
              </a:buClr>
              <a:buSzPts val="2300"/>
              <a:buChar char="•"/>
            </a:pPr>
            <a:r>
              <a:rPr lang="en"/>
              <a:t>if phone_balance &lt; 20:</a:t>
            </a:r>
            <a:endParaRPr/>
          </a:p>
          <a:p>
            <a:pPr indent="-184150" lvl="0" marL="177800" rtl="0" algn="l">
              <a:lnSpc>
                <a:spcPct val="120000"/>
              </a:lnSpc>
              <a:spcBef>
                <a:spcPts val="800"/>
              </a:spcBef>
              <a:spcAft>
                <a:spcPts val="0"/>
              </a:spcAft>
              <a:buClr>
                <a:schemeClr val="dk1"/>
              </a:buClr>
              <a:buSzPts val="2300"/>
              <a:buChar char="•"/>
            </a:pPr>
            <a:r>
              <a:rPr lang="en"/>
              <a:t>    phone_balance += 50</a:t>
            </a:r>
            <a:endParaRPr/>
          </a:p>
          <a:p>
            <a:pPr indent="-184150" lvl="0" marL="177800" rtl="0" algn="l">
              <a:lnSpc>
                <a:spcPct val="120000"/>
              </a:lnSpc>
              <a:spcBef>
                <a:spcPts val="800"/>
              </a:spcBef>
              <a:spcAft>
                <a:spcPts val="0"/>
              </a:spcAft>
              <a:buClr>
                <a:schemeClr val="dk1"/>
              </a:buClr>
              <a:buSzPts val="2300"/>
              <a:buChar char="•"/>
            </a:pPr>
            <a:r>
              <a:rPr lang="en"/>
              <a:t>    bank_balance -= 50</a:t>
            </a:r>
            <a:endParaRPr/>
          </a:p>
          <a:p>
            <a:pPr indent="-184150" lvl="0" marL="177800" rtl="0" algn="l">
              <a:lnSpc>
                <a:spcPct val="120000"/>
              </a:lnSpc>
              <a:spcBef>
                <a:spcPts val="800"/>
              </a:spcBef>
              <a:spcAft>
                <a:spcPts val="0"/>
              </a:spcAft>
              <a:buClr>
                <a:schemeClr val="dk1"/>
              </a:buClr>
              <a:buSzPts val="2300"/>
              <a:buChar char="•"/>
            </a:pPr>
            <a:r>
              <a:rPr lang="en"/>
              <a:t>    </a:t>
            </a:r>
            <a:endParaRPr/>
          </a:p>
          <a:p>
            <a:pPr indent="-184150" lvl="0" marL="177800" rtl="0" algn="l">
              <a:lnSpc>
                <a:spcPct val="120000"/>
              </a:lnSpc>
              <a:spcBef>
                <a:spcPts val="800"/>
              </a:spcBef>
              <a:spcAft>
                <a:spcPts val="0"/>
              </a:spcAft>
              <a:buClr>
                <a:schemeClr val="dk1"/>
              </a:buClr>
              <a:buSzPts val="2300"/>
              <a:buChar char="•"/>
            </a:pPr>
            <a:r>
              <a:rPr lang="en"/>
              <a:t>print("Your phone_balance is: ", phone_balance)</a:t>
            </a:r>
            <a:endParaRPr/>
          </a:p>
          <a:p>
            <a:pPr indent="-184150" lvl="0" marL="177800" rtl="0" algn="l">
              <a:lnSpc>
                <a:spcPct val="120000"/>
              </a:lnSpc>
              <a:spcBef>
                <a:spcPts val="800"/>
              </a:spcBef>
              <a:spcAft>
                <a:spcPts val="0"/>
              </a:spcAft>
              <a:buClr>
                <a:schemeClr val="dk1"/>
              </a:buClr>
              <a:buSzPts val="2300"/>
              <a:buChar char="•"/>
            </a:pPr>
            <a:r>
              <a:rPr lang="en"/>
              <a:t>print("Your bank_balance is: ", bank_balance)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9"/>
          <p:cNvSpPr txBox="1"/>
          <p:nvPr>
            <p:ph idx="1" type="body"/>
          </p:nvPr>
        </p:nvSpPr>
        <p:spPr>
          <a:xfrm>
            <a:off x="856059" y="385763"/>
            <a:ext cx="7429499" cy="4319144"/>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number = 145</a:t>
            </a:r>
            <a:endParaRPr/>
          </a:p>
          <a:p>
            <a:pPr indent="-38100" lvl="0" marL="177800" rtl="0" algn="l">
              <a:lnSpc>
                <a:spcPct val="120000"/>
              </a:lnSpc>
              <a:spcBef>
                <a:spcPts val="800"/>
              </a:spcBef>
              <a:spcAft>
                <a:spcPts val="0"/>
              </a:spcAft>
              <a:buClr>
                <a:schemeClr val="dk1"/>
              </a:buClr>
              <a:buSzPts val="2300"/>
              <a:buNone/>
            </a:pPr>
            <a:r>
              <a:t/>
            </a:r>
            <a:endParaRPr/>
          </a:p>
          <a:p>
            <a:pPr indent="-184150" lvl="0" marL="177800" rtl="0" algn="l">
              <a:lnSpc>
                <a:spcPct val="120000"/>
              </a:lnSpc>
              <a:spcBef>
                <a:spcPts val="800"/>
              </a:spcBef>
              <a:spcAft>
                <a:spcPts val="0"/>
              </a:spcAft>
              <a:buClr>
                <a:schemeClr val="dk1"/>
              </a:buClr>
              <a:buSzPts val="2300"/>
              <a:buChar char="•"/>
            </a:pPr>
            <a:r>
              <a:rPr lang="en"/>
              <a:t>if number % 2 == 0: # == is called comparison operators</a:t>
            </a:r>
            <a:endParaRPr/>
          </a:p>
          <a:p>
            <a:pPr indent="-184150" lvl="0" marL="177800" rtl="0" algn="l">
              <a:lnSpc>
                <a:spcPct val="120000"/>
              </a:lnSpc>
              <a:spcBef>
                <a:spcPts val="800"/>
              </a:spcBef>
              <a:spcAft>
                <a:spcPts val="0"/>
              </a:spcAft>
              <a:buClr>
                <a:schemeClr val="dk1"/>
              </a:buClr>
              <a:buSzPts val="2300"/>
              <a:buChar char="•"/>
            </a:pPr>
            <a:r>
              <a:rPr lang="en"/>
              <a:t>    print("Number " + str(number) + " is even.")</a:t>
            </a:r>
            <a:endParaRPr/>
          </a:p>
          <a:p>
            <a:pPr indent="-184150" lvl="0" marL="177800" rtl="0" algn="l">
              <a:lnSpc>
                <a:spcPct val="120000"/>
              </a:lnSpc>
              <a:spcBef>
                <a:spcPts val="800"/>
              </a:spcBef>
              <a:spcAft>
                <a:spcPts val="0"/>
              </a:spcAft>
              <a:buClr>
                <a:schemeClr val="dk1"/>
              </a:buClr>
              <a:buSzPts val="2300"/>
              <a:buChar char="•"/>
            </a:pPr>
            <a:r>
              <a:rPr lang="en"/>
              <a:t>else:</a:t>
            </a:r>
            <a:endParaRPr/>
          </a:p>
          <a:p>
            <a:pPr indent="-184150" lvl="0" marL="177800" rtl="0" algn="l">
              <a:lnSpc>
                <a:spcPct val="120000"/>
              </a:lnSpc>
              <a:spcBef>
                <a:spcPts val="800"/>
              </a:spcBef>
              <a:spcAft>
                <a:spcPts val="0"/>
              </a:spcAft>
              <a:buClr>
                <a:schemeClr val="dk1"/>
              </a:buClr>
              <a:buSzPts val="2300"/>
              <a:buChar char="•"/>
            </a:pPr>
            <a:r>
              <a:rPr lang="en"/>
              <a:t>    print("Number " + str(number) + " is odd.")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0"/>
          <p:cNvSpPr txBox="1"/>
          <p:nvPr>
            <p:ph idx="1" type="body"/>
          </p:nvPr>
        </p:nvSpPr>
        <p:spPr>
          <a:xfrm>
            <a:off x="856059" y="303027"/>
            <a:ext cx="7429499" cy="4266314"/>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00000"/>
              </a:buClr>
              <a:buSzPts val="2300"/>
              <a:buChar char="•"/>
            </a:pPr>
            <a:r>
              <a:rPr b="0" i="0" lang="en">
                <a:solidFill>
                  <a:srgbClr val="000000"/>
                </a:solidFill>
                <a:latin typeface="Helvetica Neue"/>
                <a:ea typeface="Helvetica Neue"/>
                <a:cs typeface="Helvetica Neue"/>
                <a:sym typeface="Helvetica Neue"/>
              </a:rPr>
              <a:t>To get inputs from the user we use “input()” function</a:t>
            </a:r>
            <a:endParaRPr/>
          </a:p>
          <a:p>
            <a:pPr indent="-184150" lvl="0" marL="177800" rtl="0" algn="l">
              <a:lnSpc>
                <a:spcPct val="120000"/>
              </a:lnSpc>
              <a:spcBef>
                <a:spcPts val="800"/>
              </a:spcBef>
              <a:spcAft>
                <a:spcPts val="0"/>
              </a:spcAft>
              <a:buClr>
                <a:schemeClr val="dk1"/>
              </a:buClr>
              <a:buSzPts val="2300"/>
              <a:buChar char="•"/>
            </a:pPr>
            <a:r>
              <a:rPr lang="en"/>
              <a:t>Example of how to get input from users</a:t>
            </a:r>
            <a:endParaRPr/>
          </a:p>
          <a:p>
            <a:pPr indent="-184150" lvl="0" marL="177800" rtl="0" algn="l">
              <a:lnSpc>
                <a:spcPct val="120000"/>
              </a:lnSpc>
              <a:spcBef>
                <a:spcPts val="800"/>
              </a:spcBef>
              <a:spcAft>
                <a:spcPts val="0"/>
              </a:spcAft>
              <a:buClr>
                <a:schemeClr val="dk1"/>
              </a:buClr>
              <a:buSzPts val="2300"/>
              <a:buChar char="•"/>
            </a:pPr>
            <a:r>
              <a:rPr lang="en"/>
              <a:t>name = input('Please Enter your Name: ')</a:t>
            </a:r>
            <a:endParaRPr/>
          </a:p>
          <a:p>
            <a:pPr indent="-184150" lvl="0" marL="177800" rtl="0" algn="l">
              <a:lnSpc>
                <a:spcPct val="120000"/>
              </a:lnSpc>
              <a:spcBef>
                <a:spcPts val="800"/>
              </a:spcBef>
              <a:spcAft>
                <a:spcPts val="0"/>
              </a:spcAft>
              <a:buClr>
                <a:schemeClr val="dk1"/>
              </a:buClr>
              <a:buSzPts val="2300"/>
              <a:buChar char="•"/>
            </a:pPr>
            <a:r>
              <a:rPr lang="en"/>
              <a:t>print("Hello " + name + " and Welcome to Data Analysis Class")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1"/>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Twentieth Century"/>
              <a:buNone/>
            </a:pPr>
            <a:r>
              <a:rPr lang="en" sz="1800"/>
              <a:t>A PROGRAM FOR CHECKING WHETHER A NUMBER IS ODD OR EVEN</a:t>
            </a:r>
            <a:endParaRPr/>
          </a:p>
        </p:txBody>
      </p:sp>
      <p:sp>
        <p:nvSpPr>
          <p:cNvPr id="338" name="Google Shape;338;p41"/>
          <p:cNvSpPr txBox="1"/>
          <p:nvPr>
            <p:ph idx="1" type="body"/>
          </p:nvPr>
        </p:nvSpPr>
        <p:spPr>
          <a:xfrm>
            <a:off x="856059" y="1244009"/>
            <a:ext cx="7429499" cy="3099392"/>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120000"/>
              </a:lnSpc>
              <a:spcBef>
                <a:spcPts val="0"/>
              </a:spcBef>
              <a:spcAft>
                <a:spcPts val="0"/>
              </a:spcAft>
              <a:buClr>
                <a:schemeClr val="dk1"/>
              </a:buClr>
              <a:buSzPct val="127777"/>
              <a:buNone/>
            </a:pPr>
            <a:r>
              <a:t/>
            </a:r>
            <a:endParaRPr/>
          </a:p>
          <a:p>
            <a:pPr indent="-185896" lvl="0" marL="177800" rtl="0" algn="l">
              <a:lnSpc>
                <a:spcPct val="120000"/>
              </a:lnSpc>
              <a:spcBef>
                <a:spcPts val="800"/>
              </a:spcBef>
              <a:spcAft>
                <a:spcPts val="0"/>
              </a:spcAft>
              <a:buClr>
                <a:schemeClr val="dk1"/>
              </a:buClr>
              <a:buSzPct val="127777"/>
              <a:buChar char="•"/>
            </a:pPr>
            <a:r>
              <a:rPr lang="en"/>
              <a:t>name = input('Please Enter your Name: ')</a:t>
            </a:r>
            <a:endParaRPr/>
          </a:p>
          <a:p>
            <a:pPr indent="-185896" lvl="0" marL="177800" rtl="0" algn="l">
              <a:lnSpc>
                <a:spcPct val="120000"/>
              </a:lnSpc>
              <a:spcBef>
                <a:spcPts val="800"/>
              </a:spcBef>
              <a:spcAft>
                <a:spcPts val="0"/>
              </a:spcAft>
              <a:buClr>
                <a:schemeClr val="dk1"/>
              </a:buClr>
              <a:buSzPct val="127777"/>
              <a:buChar char="•"/>
            </a:pPr>
            <a:r>
              <a:rPr lang="en"/>
              <a:t>number = input("Please Enter Your Number: ")</a:t>
            </a:r>
            <a:endParaRPr/>
          </a:p>
          <a:p>
            <a:pPr indent="-185896" lvl="0" marL="177800" rtl="0" algn="l">
              <a:lnSpc>
                <a:spcPct val="120000"/>
              </a:lnSpc>
              <a:spcBef>
                <a:spcPts val="800"/>
              </a:spcBef>
              <a:spcAft>
                <a:spcPts val="0"/>
              </a:spcAft>
              <a:buClr>
                <a:schemeClr val="dk1"/>
              </a:buClr>
              <a:buSzPct val="127777"/>
              <a:buChar char="•"/>
            </a:pPr>
            <a:r>
              <a:rPr lang="en"/>
              <a:t>number = int(number)</a:t>
            </a:r>
            <a:endParaRPr/>
          </a:p>
          <a:p>
            <a:pPr indent="-50800" lvl="0" marL="177800" rtl="0" algn="l">
              <a:lnSpc>
                <a:spcPct val="120000"/>
              </a:lnSpc>
              <a:spcBef>
                <a:spcPts val="800"/>
              </a:spcBef>
              <a:spcAft>
                <a:spcPts val="0"/>
              </a:spcAft>
              <a:buClr>
                <a:schemeClr val="dk1"/>
              </a:buClr>
              <a:buSzPct val="127777"/>
              <a:buNone/>
            </a:pPr>
            <a:r>
              <a:t/>
            </a:r>
            <a:endParaRPr/>
          </a:p>
          <a:p>
            <a:pPr indent="-185896" lvl="0" marL="177800" rtl="0" algn="l">
              <a:lnSpc>
                <a:spcPct val="120000"/>
              </a:lnSpc>
              <a:spcBef>
                <a:spcPts val="800"/>
              </a:spcBef>
              <a:spcAft>
                <a:spcPts val="0"/>
              </a:spcAft>
              <a:buClr>
                <a:schemeClr val="dk1"/>
              </a:buClr>
              <a:buSzPct val="127777"/>
              <a:buChar char="•"/>
            </a:pPr>
            <a:r>
              <a:rPr lang="en"/>
              <a:t>if number % 2 == 0:</a:t>
            </a:r>
            <a:endParaRPr/>
          </a:p>
          <a:p>
            <a:pPr indent="-185896" lvl="0" marL="177800" rtl="0" algn="l">
              <a:lnSpc>
                <a:spcPct val="120000"/>
              </a:lnSpc>
              <a:spcBef>
                <a:spcPts val="800"/>
              </a:spcBef>
              <a:spcAft>
                <a:spcPts val="0"/>
              </a:spcAft>
              <a:buClr>
                <a:schemeClr val="dk1"/>
              </a:buClr>
              <a:buSzPct val="127777"/>
              <a:buChar char="•"/>
            </a:pPr>
            <a:r>
              <a:rPr lang="en"/>
              <a:t>    print("Hello " + name + "Your Number: " + str(number) + " is even.")</a:t>
            </a:r>
            <a:endParaRPr/>
          </a:p>
          <a:p>
            <a:pPr indent="-185896" lvl="0" marL="177800" rtl="0" algn="l">
              <a:lnSpc>
                <a:spcPct val="120000"/>
              </a:lnSpc>
              <a:spcBef>
                <a:spcPts val="800"/>
              </a:spcBef>
              <a:spcAft>
                <a:spcPts val="0"/>
              </a:spcAft>
              <a:buClr>
                <a:schemeClr val="dk1"/>
              </a:buClr>
              <a:buSzPct val="127777"/>
              <a:buChar char="•"/>
            </a:pPr>
            <a:r>
              <a:rPr lang="en"/>
              <a:t>else:</a:t>
            </a:r>
            <a:endParaRPr/>
          </a:p>
          <a:p>
            <a:pPr indent="-185896" lvl="0" marL="177800" rtl="0" algn="l">
              <a:lnSpc>
                <a:spcPct val="120000"/>
              </a:lnSpc>
              <a:spcBef>
                <a:spcPts val="800"/>
              </a:spcBef>
              <a:spcAft>
                <a:spcPts val="0"/>
              </a:spcAft>
              <a:buClr>
                <a:schemeClr val="dk1"/>
              </a:buClr>
              <a:buSzPct val="127777"/>
              <a:buChar char="•"/>
            </a:pPr>
            <a:r>
              <a:rPr lang="en"/>
              <a:t>    print("Hello " + name + " Your Number: " + str(number) + " is odd.")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2"/>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Twentieth Century"/>
              <a:buNone/>
            </a:pPr>
            <a:r>
              <a:rPr lang="en"/>
              <a:t>IF, ELIF, ELSE</a:t>
            </a:r>
            <a:br>
              <a:rPr lang="en"/>
            </a:br>
            <a:endParaRPr/>
          </a:p>
        </p:txBody>
      </p:sp>
      <p:sp>
        <p:nvSpPr>
          <p:cNvPr id="344" name="Google Shape;344;p42"/>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In addition to the if clause, there are two other optional clauses often used with an `if` statement.</a:t>
            </a:r>
            <a:endParaRPr/>
          </a:p>
          <a:p>
            <a:pPr indent="-184150" lvl="0" marL="177800" rtl="0" algn="l">
              <a:lnSpc>
                <a:spcPct val="120000"/>
              </a:lnSpc>
              <a:spcBef>
                <a:spcPts val="800"/>
              </a:spcBef>
              <a:spcAft>
                <a:spcPts val="0"/>
              </a:spcAft>
              <a:buClr>
                <a:schemeClr val="dk1"/>
              </a:buClr>
              <a:buSzPts val="2300"/>
              <a:buChar char="•"/>
            </a:pPr>
            <a:r>
              <a:rPr lang="en"/>
              <a:t>1. `if`: An if statement must always start with an if clause, which contains the first condition that is checked. If this evaluates to True, Python runs the code indented in this if block and then skips to the rest of the code after the if statement.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3"/>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Twentieth Century"/>
              <a:buNone/>
            </a:pPr>
            <a:r>
              <a:rPr lang="en"/>
              <a:t>ELIF</a:t>
            </a:r>
            <a:endParaRPr/>
          </a:p>
        </p:txBody>
      </p:sp>
      <p:sp>
        <p:nvSpPr>
          <p:cNvPr id="350" name="Google Shape;350;p43"/>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2. `elif`: elif is short for "else if." An elif clause is used to check for an additional condition if the conditions in the previous clauses in the if statement evaluate to False. As you can see in the example, you can have multiple elif blocks to handle different situations.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4"/>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Twentieth Century"/>
              <a:buNone/>
            </a:pPr>
            <a:r>
              <a:rPr lang="en"/>
              <a:t>ELSE</a:t>
            </a:r>
            <a:endParaRPr/>
          </a:p>
        </p:txBody>
      </p:sp>
      <p:sp>
        <p:nvSpPr>
          <p:cNvPr id="356" name="Google Shape;356;p44"/>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3. `else`: Last is the else clause, which must come at the end of an if statement if used. This clause doesn't require a condition. The code in an else block is run if all conditions above that in the if statement evaluate to False.</a:t>
            </a:r>
            <a:endParaRPr/>
          </a:p>
          <a:p>
            <a:pPr indent="-38100" lvl="0" marL="177800" rtl="0" algn="l">
              <a:lnSpc>
                <a:spcPct val="120000"/>
              </a:lnSpc>
              <a:spcBef>
                <a:spcPts val="800"/>
              </a:spcBef>
              <a:spcAft>
                <a:spcPts val="0"/>
              </a:spcAft>
              <a:buClr>
                <a:schemeClr val="dk1"/>
              </a:buClr>
              <a:buSzPts val="23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5"/>
          <p:cNvSpPr txBox="1"/>
          <p:nvPr>
            <p:ph type="title"/>
          </p:nvPr>
        </p:nvSpPr>
        <p:spPr>
          <a:xfrm>
            <a:off x="856060" y="463888"/>
            <a:ext cx="7429499"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000000"/>
              </a:buClr>
              <a:buSzPts val="2700"/>
              <a:buFont typeface="Quattrocento Sans"/>
              <a:buNone/>
            </a:pPr>
            <a:r>
              <a:rPr b="0" i="0" lang="en">
                <a:solidFill>
                  <a:srgbClr val="000000"/>
                </a:solidFill>
                <a:latin typeface="Quattrocento Sans"/>
                <a:ea typeface="Quattrocento Sans"/>
                <a:cs typeface="Quattrocento Sans"/>
                <a:sym typeface="Quattrocento Sans"/>
              </a:rPr>
              <a:t>NESTED IF</a:t>
            </a:r>
            <a:endParaRPr/>
          </a:p>
        </p:txBody>
      </p:sp>
      <p:sp>
        <p:nvSpPr>
          <p:cNvPr id="362" name="Google Shape;362;p45"/>
          <p:cNvSpPr txBox="1"/>
          <p:nvPr>
            <p:ph idx="1" type="body"/>
          </p:nvPr>
        </p:nvSpPr>
        <p:spPr>
          <a:xfrm>
            <a:off x="856059" y="1687115"/>
            <a:ext cx="7429499" cy="265628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00000"/>
              </a:buClr>
              <a:buSzPts val="2300"/>
              <a:buChar char="•"/>
            </a:pPr>
            <a:r>
              <a:rPr b="0" i="0" lang="en">
                <a:solidFill>
                  <a:srgbClr val="000000"/>
                </a:solidFill>
                <a:latin typeface="Verdana"/>
                <a:ea typeface="Verdana"/>
                <a:cs typeface="Verdana"/>
                <a:sym typeface="Verdana"/>
              </a:rPr>
              <a:t>You can have `if` statement inside `if` statement. This is called nested `if` Statements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6"/>
          <p:cNvSpPr txBox="1"/>
          <p:nvPr>
            <p:ph type="title"/>
          </p:nvPr>
        </p:nvSpPr>
        <p:spPr>
          <a:xfrm>
            <a:off x="856060" y="463889"/>
            <a:ext cx="7429499" cy="336211"/>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00000"/>
              <a:buFont typeface="Twentieth Century"/>
              <a:buNone/>
            </a:pPr>
            <a:r>
              <a:rPr lang="en"/>
              <a:t>EXAMPLE</a:t>
            </a:r>
            <a:endParaRPr/>
          </a:p>
        </p:txBody>
      </p:sp>
      <p:sp>
        <p:nvSpPr>
          <p:cNvPr id="368" name="Google Shape;368;p46"/>
          <p:cNvSpPr txBox="1"/>
          <p:nvPr>
            <p:ph idx="1" type="body"/>
          </p:nvPr>
        </p:nvSpPr>
        <p:spPr>
          <a:xfrm>
            <a:off x="856059" y="1028700"/>
            <a:ext cx="7429499" cy="3314701"/>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rgbClr val="000000"/>
              </a:buClr>
              <a:buSzPts val="2300"/>
              <a:buChar char="•"/>
            </a:pPr>
            <a:r>
              <a:rPr b="0" i="0" lang="en">
                <a:solidFill>
                  <a:srgbClr val="000000"/>
                </a:solidFill>
                <a:latin typeface="Consolas"/>
                <a:ea typeface="Consolas"/>
                <a:cs typeface="Consolas"/>
                <a:sym typeface="Consolas"/>
              </a:rPr>
              <a:t>x = </a:t>
            </a:r>
            <a:r>
              <a:rPr b="0" i="0" lang="en">
                <a:solidFill>
                  <a:srgbClr val="FF0000"/>
                </a:solidFill>
                <a:latin typeface="Consolas"/>
                <a:ea typeface="Consolas"/>
                <a:cs typeface="Consolas"/>
                <a:sym typeface="Consolas"/>
              </a:rPr>
              <a:t>41</a:t>
            </a:r>
            <a:br>
              <a:rPr lang="en"/>
            </a:br>
            <a:br>
              <a:rPr lang="en"/>
            </a:br>
            <a:r>
              <a:rPr b="0" i="0" lang="en">
                <a:solidFill>
                  <a:srgbClr val="0000CD"/>
                </a:solidFill>
                <a:latin typeface="Consolas"/>
                <a:ea typeface="Consolas"/>
                <a:cs typeface="Consolas"/>
                <a:sym typeface="Consolas"/>
              </a:rPr>
              <a:t>if</a:t>
            </a:r>
            <a:r>
              <a:rPr b="0" i="0" lang="en">
                <a:solidFill>
                  <a:srgbClr val="000000"/>
                </a:solidFill>
                <a:latin typeface="Consolas"/>
                <a:ea typeface="Consolas"/>
                <a:cs typeface="Consolas"/>
                <a:sym typeface="Consolas"/>
              </a:rPr>
              <a:t> x &gt; </a:t>
            </a:r>
            <a:r>
              <a:rPr b="0" i="0" lang="en">
                <a:solidFill>
                  <a:srgbClr val="FF0000"/>
                </a:solidFill>
                <a:latin typeface="Consolas"/>
                <a:ea typeface="Consolas"/>
                <a:cs typeface="Consolas"/>
                <a:sym typeface="Consolas"/>
              </a:rPr>
              <a:t>10</a:t>
            </a:r>
            <a:r>
              <a:rPr b="0" i="0" lang="en">
                <a:solidFill>
                  <a:srgbClr val="000000"/>
                </a:solidFill>
                <a:latin typeface="Consolas"/>
                <a:ea typeface="Consolas"/>
                <a:cs typeface="Consolas"/>
                <a:sym typeface="Consolas"/>
              </a:rPr>
              <a:t>:</a:t>
            </a:r>
            <a:br>
              <a:rPr lang="en"/>
            </a:br>
            <a:r>
              <a:rPr b="0" i="0" lang="en">
                <a:solidFill>
                  <a:srgbClr val="000000"/>
                </a:solidFill>
                <a:latin typeface="Consolas"/>
                <a:ea typeface="Consolas"/>
                <a:cs typeface="Consolas"/>
                <a:sym typeface="Consolas"/>
              </a:rPr>
              <a:t>  </a:t>
            </a:r>
            <a:r>
              <a:rPr b="0" i="0" lang="en">
                <a:solidFill>
                  <a:srgbClr val="0000CD"/>
                </a:solidFill>
                <a:latin typeface="Consolas"/>
                <a:ea typeface="Consolas"/>
                <a:cs typeface="Consolas"/>
                <a:sym typeface="Consolas"/>
              </a:rPr>
              <a:t>print</a:t>
            </a:r>
            <a:r>
              <a:rPr b="0" i="0" lang="en">
                <a:solidFill>
                  <a:srgbClr val="000000"/>
                </a:solidFill>
                <a:latin typeface="Consolas"/>
                <a:ea typeface="Consolas"/>
                <a:cs typeface="Consolas"/>
                <a:sym typeface="Consolas"/>
              </a:rPr>
              <a:t>(</a:t>
            </a:r>
            <a:r>
              <a:rPr b="0" i="0" lang="en">
                <a:solidFill>
                  <a:srgbClr val="A52A2A"/>
                </a:solidFill>
                <a:latin typeface="Consolas"/>
                <a:ea typeface="Consolas"/>
                <a:cs typeface="Consolas"/>
                <a:sym typeface="Consolas"/>
              </a:rPr>
              <a:t>"Above ten,"</a:t>
            </a:r>
            <a:r>
              <a:rPr b="0" i="0" lang="en">
                <a:solidFill>
                  <a:srgbClr val="000000"/>
                </a:solidFill>
                <a:latin typeface="Consolas"/>
                <a:ea typeface="Consolas"/>
                <a:cs typeface="Consolas"/>
                <a:sym typeface="Consolas"/>
              </a:rPr>
              <a:t>)</a:t>
            </a:r>
            <a:br>
              <a:rPr lang="en"/>
            </a:br>
            <a:r>
              <a:rPr b="0" i="0" lang="en">
                <a:solidFill>
                  <a:srgbClr val="000000"/>
                </a:solidFill>
                <a:latin typeface="Consolas"/>
                <a:ea typeface="Consolas"/>
                <a:cs typeface="Consolas"/>
                <a:sym typeface="Consolas"/>
              </a:rPr>
              <a:t>  </a:t>
            </a:r>
            <a:r>
              <a:rPr b="0" i="0" lang="en">
                <a:solidFill>
                  <a:srgbClr val="0000CD"/>
                </a:solidFill>
                <a:latin typeface="Consolas"/>
                <a:ea typeface="Consolas"/>
                <a:cs typeface="Consolas"/>
                <a:sym typeface="Consolas"/>
              </a:rPr>
              <a:t>if</a:t>
            </a:r>
            <a:r>
              <a:rPr b="0" i="0" lang="en">
                <a:solidFill>
                  <a:srgbClr val="000000"/>
                </a:solidFill>
                <a:latin typeface="Consolas"/>
                <a:ea typeface="Consolas"/>
                <a:cs typeface="Consolas"/>
                <a:sym typeface="Consolas"/>
              </a:rPr>
              <a:t> x &gt; </a:t>
            </a:r>
            <a:r>
              <a:rPr b="0" i="0" lang="en">
                <a:solidFill>
                  <a:srgbClr val="FF0000"/>
                </a:solidFill>
                <a:latin typeface="Consolas"/>
                <a:ea typeface="Consolas"/>
                <a:cs typeface="Consolas"/>
                <a:sym typeface="Consolas"/>
              </a:rPr>
              <a:t>20</a:t>
            </a:r>
            <a:r>
              <a:rPr b="0" i="0" lang="en">
                <a:solidFill>
                  <a:srgbClr val="000000"/>
                </a:solidFill>
                <a:latin typeface="Consolas"/>
                <a:ea typeface="Consolas"/>
                <a:cs typeface="Consolas"/>
                <a:sym typeface="Consolas"/>
              </a:rPr>
              <a:t>:</a:t>
            </a:r>
            <a:br>
              <a:rPr lang="en"/>
            </a:br>
            <a:r>
              <a:rPr b="0" i="0" lang="en">
                <a:solidFill>
                  <a:srgbClr val="000000"/>
                </a:solidFill>
                <a:latin typeface="Consolas"/>
                <a:ea typeface="Consolas"/>
                <a:cs typeface="Consolas"/>
                <a:sym typeface="Consolas"/>
              </a:rPr>
              <a:t>    </a:t>
            </a:r>
            <a:r>
              <a:rPr b="0" i="0" lang="en">
                <a:solidFill>
                  <a:srgbClr val="0000CD"/>
                </a:solidFill>
                <a:latin typeface="Consolas"/>
                <a:ea typeface="Consolas"/>
                <a:cs typeface="Consolas"/>
                <a:sym typeface="Consolas"/>
              </a:rPr>
              <a:t>print</a:t>
            </a:r>
            <a:r>
              <a:rPr b="0" i="0" lang="en">
                <a:solidFill>
                  <a:srgbClr val="000000"/>
                </a:solidFill>
                <a:latin typeface="Consolas"/>
                <a:ea typeface="Consolas"/>
                <a:cs typeface="Consolas"/>
                <a:sym typeface="Consolas"/>
              </a:rPr>
              <a:t>(</a:t>
            </a:r>
            <a:r>
              <a:rPr b="0" i="0" lang="en">
                <a:solidFill>
                  <a:srgbClr val="A52A2A"/>
                </a:solidFill>
                <a:latin typeface="Consolas"/>
                <a:ea typeface="Consolas"/>
                <a:cs typeface="Consolas"/>
                <a:sym typeface="Consolas"/>
              </a:rPr>
              <a:t>"and also above 20!"</a:t>
            </a:r>
            <a:r>
              <a:rPr b="0" i="0" lang="en">
                <a:solidFill>
                  <a:srgbClr val="000000"/>
                </a:solidFill>
                <a:latin typeface="Consolas"/>
                <a:ea typeface="Consolas"/>
                <a:cs typeface="Consolas"/>
                <a:sym typeface="Consolas"/>
              </a:rPr>
              <a:t>)</a:t>
            </a:r>
            <a:br>
              <a:rPr lang="en"/>
            </a:br>
            <a:r>
              <a:rPr b="0" i="0" lang="en">
                <a:solidFill>
                  <a:srgbClr val="000000"/>
                </a:solidFill>
                <a:latin typeface="Consolas"/>
                <a:ea typeface="Consolas"/>
                <a:cs typeface="Consolas"/>
                <a:sym typeface="Consolas"/>
              </a:rPr>
              <a:t>  </a:t>
            </a:r>
            <a:r>
              <a:rPr b="0" i="0" lang="en">
                <a:solidFill>
                  <a:srgbClr val="0000CD"/>
                </a:solidFill>
                <a:latin typeface="Consolas"/>
                <a:ea typeface="Consolas"/>
                <a:cs typeface="Consolas"/>
                <a:sym typeface="Consolas"/>
              </a:rPr>
              <a:t>else</a:t>
            </a:r>
            <a:r>
              <a:rPr b="0" i="0" lang="en">
                <a:solidFill>
                  <a:srgbClr val="000000"/>
                </a:solidFill>
                <a:latin typeface="Consolas"/>
                <a:ea typeface="Consolas"/>
                <a:cs typeface="Consolas"/>
                <a:sym typeface="Consolas"/>
              </a:rPr>
              <a:t>:</a:t>
            </a:r>
            <a:br>
              <a:rPr lang="en"/>
            </a:br>
            <a:r>
              <a:rPr b="0" i="0" lang="en">
                <a:solidFill>
                  <a:srgbClr val="000000"/>
                </a:solidFill>
                <a:latin typeface="Consolas"/>
                <a:ea typeface="Consolas"/>
                <a:cs typeface="Consolas"/>
                <a:sym typeface="Consolas"/>
              </a:rPr>
              <a:t>    </a:t>
            </a:r>
            <a:r>
              <a:rPr b="0" i="0" lang="en">
                <a:solidFill>
                  <a:srgbClr val="0000CD"/>
                </a:solidFill>
                <a:latin typeface="Consolas"/>
                <a:ea typeface="Consolas"/>
                <a:cs typeface="Consolas"/>
                <a:sym typeface="Consolas"/>
              </a:rPr>
              <a:t>print</a:t>
            </a:r>
            <a:r>
              <a:rPr b="0" i="0" lang="en">
                <a:solidFill>
                  <a:srgbClr val="000000"/>
                </a:solidFill>
                <a:latin typeface="Consolas"/>
                <a:ea typeface="Consolas"/>
                <a:cs typeface="Consolas"/>
                <a:sym typeface="Consolas"/>
              </a:rPr>
              <a:t>(</a:t>
            </a:r>
            <a:r>
              <a:rPr b="0" i="0" lang="en">
                <a:solidFill>
                  <a:srgbClr val="A52A2A"/>
                </a:solidFill>
                <a:latin typeface="Consolas"/>
                <a:ea typeface="Consolas"/>
                <a:cs typeface="Consolas"/>
                <a:sym typeface="Consolas"/>
              </a:rPr>
              <a:t>"but not above 20."</a:t>
            </a:r>
            <a:r>
              <a:rPr b="0" i="0" lang="en">
                <a:solidFill>
                  <a:srgbClr val="000000"/>
                </a:solidFill>
                <a:latin typeface="Consolas"/>
                <a:ea typeface="Consolas"/>
                <a:cs typeface="Consolas"/>
                <a:sym typeface="Consolas"/>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7"/>
          <p:cNvSpPr txBox="1"/>
          <p:nvPr>
            <p:ph idx="1" type="body"/>
          </p:nvPr>
        </p:nvSpPr>
        <p:spPr>
          <a:xfrm>
            <a:off x="856059" y="295054"/>
            <a:ext cx="7429499" cy="4752753"/>
          </a:xfrm>
          <a:prstGeom prst="rect">
            <a:avLst/>
          </a:prstGeom>
          <a:noFill/>
          <a:ln>
            <a:noFill/>
          </a:ln>
        </p:spPr>
        <p:txBody>
          <a:bodyPr anchorCtr="0" anchor="t" bIns="34275" lIns="68575" spcFirstLastPara="1" rIns="68575" wrap="square" tIns="34275">
            <a:normAutofit fontScale="92500" lnSpcReduction="20000"/>
          </a:bodyPr>
          <a:lstStyle/>
          <a:p>
            <a:pPr indent="-185896" lvl="0" marL="177800" rtl="0" algn="l">
              <a:lnSpc>
                <a:spcPct val="120000"/>
              </a:lnSpc>
              <a:spcBef>
                <a:spcPts val="0"/>
              </a:spcBef>
              <a:spcAft>
                <a:spcPts val="0"/>
              </a:spcAft>
              <a:buClr>
                <a:schemeClr val="dk1"/>
              </a:buClr>
              <a:buSzPct val="127777"/>
              <a:buChar char="•"/>
            </a:pPr>
            <a:r>
              <a:rPr lang="en"/>
              <a:t>Simple Program:</a:t>
            </a:r>
            <a:endParaRPr/>
          </a:p>
          <a:p>
            <a:pPr indent="-185896" lvl="0" marL="177800" rtl="0" algn="l">
              <a:lnSpc>
                <a:spcPct val="120000"/>
              </a:lnSpc>
              <a:spcBef>
                <a:spcPts val="800"/>
              </a:spcBef>
              <a:spcAft>
                <a:spcPts val="0"/>
              </a:spcAft>
              <a:buClr>
                <a:schemeClr val="dk1"/>
              </a:buClr>
              <a:buSzPct val="127777"/>
              <a:buChar char="•"/>
            </a:pPr>
            <a:r>
              <a:rPr lang="en"/>
              <a:t>season = input('What season are we in? ')</a:t>
            </a:r>
            <a:endParaRPr/>
          </a:p>
          <a:p>
            <a:pPr indent="-50800" lvl="0" marL="177800" rtl="0" algn="l">
              <a:lnSpc>
                <a:spcPct val="120000"/>
              </a:lnSpc>
              <a:spcBef>
                <a:spcPts val="800"/>
              </a:spcBef>
              <a:spcAft>
                <a:spcPts val="0"/>
              </a:spcAft>
              <a:buClr>
                <a:schemeClr val="dk1"/>
              </a:buClr>
              <a:buSzPct val="127777"/>
              <a:buNone/>
            </a:pPr>
            <a:r>
              <a:t/>
            </a:r>
            <a:endParaRPr/>
          </a:p>
          <a:p>
            <a:pPr indent="-185896" lvl="0" marL="177800" rtl="0" algn="l">
              <a:lnSpc>
                <a:spcPct val="120000"/>
              </a:lnSpc>
              <a:spcBef>
                <a:spcPts val="800"/>
              </a:spcBef>
              <a:spcAft>
                <a:spcPts val="0"/>
              </a:spcAft>
              <a:buClr>
                <a:schemeClr val="dk1"/>
              </a:buClr>
              <a:buSzPct val="127777"/>
              <a:buChar char="•"/>
            </a:pPr>
            <a:r>
              <a:rPr lang="en"/>
              <a:t>if season == 'spring':</a:t>
            </a:r>
            <a:endParaRPr/>
          </a:p>
          <a:p>
            <a:pPr indent="-185896" lvl="0" marL="177800" rtl="0" algn="l">
              <a:lnSpc>
                <a:spcPct val="120000"/>
              </a:lnSpc>
              <a:spcBef>
                <a:spcPts val="800"/>
              </a:spcBef>
              <a:spcAft>
                <a:spcPts val="0"/>
              </a:spcAft>
              <a:buClr>
                <a:schemeClr val="dk1"/>
              </a:buClr>
              <a:buSzPct val="127777"/>
              <a:buChar char="•"/>
            </a:pPr>
            <a:r>
              <a:rPr lang="en"/>
              <a:t>    print('plant the garden!')</a:t>
            </a:r>
            <a:endParaRPr/>
          </a:p>
          <a:p>
            <a:pPr indent="-185896" lvl="0" marL="177800" rtl="0" algn="l">
              <a:lnSpc>
                <a:spcPct val="120000"/>
              </a:lnSpc>
              <a:spcBef>
                <a:spcPts val="800"/>
              </a:spcBef>
              <a:spcAft>
                <a:spcPts val="0"/>
              </a:spcAft>
              <a:buClr>
                <a:schemeClr val="dk1"/>
              </a:buClr>
              <a:buSzPct val="127777"/>
              <a:buChar char="•"/>
            </a:pPr>
            <a:r>
              <a:rPr lang="en"/>
              <a:t>elif season == 'summer':</a:t>
            </a:r>
            <a:endParaRPr/>
          </a:p>
          <a:p>
            <a:pPr indent="-185896" lvl="0" marL="177800" rtl="0" algn="l">
              <a:lnSpc>
                <a:spcPct val="120000"/>
              </a:lnSpc>
              <a:spcBef>
                <a:spcPts val="800"/>
              </a:spcBef>
              <a:spcAft>
                <a:spcPts val="0"/>
              </a:spcAft>
              <a:buClr>
                <a:schemeClr val="dk1"/>
              </a:buClr>
              <a:buSzPct val="127777"/>
              <a:buChar char="•"/>
            </a:pPr>
            <a:r>
              <a:rPr lang="en"/>
              <a:t>    print('water the garden!')</a:t>
            </a:r>
            <a:endParaRPr/>
          </a:p>
          <a:p>
            <a:pPr indent="-185896" lvl="0" marL="177800" rtl="0" algn="l">
              <a:lnSpc>
                <a:spcPct val="120000"/>
              </a:lnSpc>
              <a:spcBef>
                <a:spcPts val="800"/>
              </a:spcBef>
              <a:spcAft>
                <a:spcPts val="0"/>
              </a:spcAft>
              <a:buClr>
                <a:schemeClr val="dk1"/>
              </a:buClr>
              <a:buSzPct val="127777"/>
              <a:buChar char="•"/>
            </a:pPr>
            <a:r>
              <a:rPr lang="en"/>
              <a:t>elif season == 'fall':</a:t>
            </a:r>
            <a:endParaRPr/>
          </a:p>
          <a:p>
            <a:pPr indent="-185896" lvl="0" marL="177800" rtl="0" algn="l">
              <a:lnSpc>
                <a:spcPct val="120000"/>
              </a:lnSpc>
              <a:spcBef>
                <a:spcPts val="800"/>
              </a:spcBef>
              <a:spcAft>
                <a:spcPts val="0"/>
              </a:spcAft>
              <a:buClr>
                <a:schemeClr val="dk1"/>
              </a:buClr>
              <a:buSzPct val="127777"/>
              <a:buChar char="•"/>
            </a:pPr>
            <a:r>
              <a:rPr lang="en"/>
              <a:t>    print('harvest the garden!')</a:t>
            </a:r>
            <a:endParaRPr/>
          </a:p>
          <a:p>
            <a:pPr indent="-185896" lvl="0" marL="177800" rtl="0" algn="l">
              <a:lnSpc>
                <a:spcPct val="120000"/>
              </a:lnSpc>
              <a:spcBef>
                <a:spcPts val="800"/>
              </a:spcBef>
              <a:spcAft>
                <a:spcPts val="0"/>
              </a:spcAft>
              <a:buClr>
                <a:schemeClr val="dk1"/>
              </a:buClr>
              <a:buSzPct val="127777"/>
              <a:buChar char="•"/>
            </a:pPr>
            <a:r>
              <a:rPr lang="en"/>
              <a:t>elif season == 'winter':</a:t>
            </a:r>
            <a:endParaRPr/>
          </a:p>
          <a:p>
            <a:pPr indent="-185896" lvl="0" marL="177800" rtl="0" algn="l">
              <a:lnSpc>
                <a:spcPct val="120000"/>
              </a:lnSpc>
              <a:spcBef>
                <a:spcPts val="800"/>
              </a:spcBef>
              <a:spcAft>
                <a:spcPts val="0"/>
              </a:spcAft>
              <a:buClr>
                <a:schemeClr val="dk1"/>
              </a:buClr>
              <a:buSzPct val="127777"/>
              <a:buChar char="•"/>
            </a:pPr>
            <a:r>
              <a:rPr lang="en"/>
              <a:t>    print('stay indoors!')</a:t>
            </a:r>
            <a:endParaRPr/>
          </a:p>
          <a:p>
            <a:pPr indent="-185896" lvl="0" marL="177800" rtl="0" algn="l">
              <a:lnSpc>
                <a:spcPct val="120000"/>
              </a:lnSpc>
              <a:spcBef>
                <a:spcPts val="800"/>
              </a:spcBef>
              <a:spcAft>
                <a:spcPts val="0"/>
              </a:spcAft>
              <a:buClr>
                <a:schemeClr val="dk1"/>
              </a:buClr>
              <a:buSzPct val="127777"/>
              <a:buChar char="•"/>
            </a:pPr>
            <a:r>
              <a:rPr lang="en"/>
              <a:t>else:</a:t>
            </a:r>
            <a:endParaRPr/>
          </a:p>
          <a:p>
            <a:pPr indent="-185896" lvl="0" marL="177800" rtl="0" algn="l">
              <a:lnSpc>
                <a:spcPct val="120000"/>
              </a:lnSpc>
              <a:spcBef>
                <a:spcPts val="800"/>
              </a:spcBef>
              <a:spcAft>
                <a:spcPts val="0"/>
              </a:spcAft>
              <a:buClr>
                <a:schemeClr val="dk1"/>
              </a:buClr>
              <a:buSzPct val="127777"/>
              <a:buChar char="•"/>
            </a:pPr>
            <a:r>
              <a:rPr lang="en"/>
              <a:t>    print('unrecognized season')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8"/>
          <p:cNvSpPr txBox="1"/>
          <p:nvPr>
            <p:ph idx="1" type="body"/>
          </p:nvPr>
        </p:nvSpPr>
        <p:spPr>
          <a:xfrm>
            <a:off x="856059" y="422644"/>
            <a:ext cx="7429499" cy="3920756"/>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dk1"/>
              </a:buClr>
              <a:buSzPts val="2300"/>
              <a:buChar char="•"/>
            </a:pPr>
            <a:r>
              <a:rPr lang="en"/>
              <a:t>A simple project:</a:t>
            </a:r>
            <a:endParaRPr/>
          </a:p>
          <a:p>
            <a:pPr indent="-184150" lvl="0" marL="177800" rtl="0" algn="l">
              <a:lnSpc>
                <a:spcPct val="120000"/>
              </a:lnSpc>
              <a:spcBef>
                <a:spcPts val="800"/>
              </a:spcBef>
              <a:spcAft>
                <a:spcPts val="0"/>
              </a:spcAft>
              <a:buClr>
                <a:schemeClr val="dk1"/>
              </a:buClr>
              <a:buSzPts val="2300"/>
              <a:buChar char="•"/>
            </a:pPr>
            <a:r>
              <a:rPr lang="en"/>
              <a:t>Let’s combine all that we have learned and build a simple Calculator for addition, Subtraction, multiplication, and division “+- *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9"/>
          <p:cNvSpPr txBox="1"/>
          <p:nvPr>
            <p:ph idx="1" type="body"/>
          </p:nvPr>
        </p:nvSpPr>
        <p:spPr>
          <a:xfrm>
            <a:off x="725673" y="0"/>
            <a:ext cx="7559886" cy="5143500"/>
          </a:xfrm>
          <a:prstGeom prst="rect">
            <a:avLst/>
          </a:prstGeom>
          <a:noFill/>
          <a:ln>
            <a:noFill/>
          </a:ln>
        </p:spPr>
        <p:txBody>
          <a:bodyPr anchorCtr="0" anchor="t" bIns="34275" lIns="68575" spcFirstLastPara="1" rIns="68575" wrap="square" tIns="34275">
            <a:normAutofit fontScale="92500" lnSpcReduction="20000"/>
          </a:bodyPr>
          <a:lstStyle/>
          <a:p>
            <a:pPr indent="-185896" lvl="0" marL="177800" rtl="0" algn="l">
              <a:lnSpc>
                <a:spcPct val="120000"/>
              </a:lnSpc>
              <a:spcBef>
                <a:spcPts val="0"/>
              </a:spcBef>
              <a:spcAft>
                <a:spcPts val="0"/>
              </a:spcAft>
              <a:buClr>
                <a:schemeClr val="dk1"/>
              </a:buClr>
              <a:buSzPct val="127777"/>
              <a:buChar char="•"/>
            </a:pPr>
            <a:r>
              <a:rPr lang="en"/>
              <a:t>num1 = int(input("num1: "))</a:t>
            </a:r>
            <a:endParaRPr/>
          </a:p>
          <a:p>
            <a:pPr indent="-185896" lvl="0" marL="177800" rtl="0" algn="l">
              <a:lnSpc>
                <a:spcPct val="120000"/>
              </a:lnSpc>
              <a:spcBef>
                <a:spcPts val="800"/>
              </a:spcBef>
              <a:spcAft>
                <a:spcPts val="0"/>
              </a:spcAft>
              <a:buClr>
                <a:schemeClr val="dk1"/>
              </a:buClr>
              <a:buSzPct val="127777"/>
              <a:buChar char="•"/>
            </a:pPr>
            <a:r>
              <a:rPr lang="en"/>
              <a:t>op = input("Operator: ")</a:t>
            </a:r>
            <a:endParaRPr/>
          </a:p>
          <a:p>
            <a:pPr indent="-185896" lvl="0" marL="177800" rtl="0" algn="l">
              <a:lnSpc>
                <a:spcPct val="120000"/>
              </a:lnSpc>
              <a:spcBef>
                <a:spcPts val="800"/>
              </a:spcBef>
              <a:spcAft>
                <a:spcPts val="0"/>
              </a:spcAft>
              <a:buClr>
                <a:schemeClr val="dk1"/>
              </a:buClr>
              <a:buSzPct val="127777"/>
              <a:buChar char="•"/>
            </a:pPr>
            <a:r>
              <a:rPr lang="en"/>
              <a:t>num2 = int(input("num2: "))</a:t>
            </a:r>
            <a:endParaRPr/>
          </a:p>
          <a:p>
            <a:pPr indent="-50800" lvl="0" marL="177800" rtl="0" algn="l">
              <a:lnSpc>
                <a:spcPct val="120000"/>
              </a:lnSpc>
              <a:spcBef>
                <a:spcPts val="800"/>
              </a:spcBef>
              <a:spcAft>
                <a:spcPts val="0"/>
              </a:spcAft>
              <a:buClr>
                <a:schemeClr val="dk1"/>
              </a:buClr>
              <a:buSzPct val="127777"/>
              <a:buNone/>
            </a:pPr>
            <a:r>
              <a:t/>
            </a:r>
            <a:endParaRPr/>
          </a:p>
          <a:p>
            <a:pPr indent="-185896" lvl="0" marL="177800" rtl="0" algn="l">
              <a:lnSpc>
                <a:spcPct val="120000"/>
              </a:lnSpc>
              <a:spcBef>
                <a:spcPts val="800"/>
              </a:spcBef>
              <a:spcAft>
                <a:spcPts val="0"/>
              </a:spcAft>
              <a:buClr>
                <a:schemeClr val="dk1"/>
              </a:buClr>
              <a:buSzPct val="127777"/>
              <a:buChar char="•"/>
            </a:pPr>
            <a:r>
              <a:rPr lang="en"/>
              <a:t>if op == "+":</a:t>
            </a:r>
            <a:endParaRPr/>
          </a:p>
          <a:p>
            <a:pPr indent="-185896" lvl="0" marL="177800" rtl="0" algn="l">
              <a:lnSpc>
                <a:spcPct val="120000"/>
              </a:lnSpc>
              <a:spcBef>
                <a:spcPts val="800"/>
              </a:spcBef>
              <a:spcAft>
                <a:spcPts val="0"/>
              </a:spcAft>
              <a:buClr>
                <a:schemeClr val="dk1"/>
              </a:buClr>
              <a:buSzPct val="127777"/>
              <a:buChar char="•"/>
            </a:pPr>
            <a:r>
              <a:rPr lang="en"/>
              <a:t>     print(num1 + num2)</a:t>
            </a:r>
            <a:endParaRPr/>
          </a:p>
          <a:p>
            <a:pPr indent="-185896" lvl="0" marL="177800" rtl="0" algn="l">
              <a:lnSpc>
                <a:spcPct val="120000"/>
              </a:lnSpc>
              <a:spcBef>
                <a:spcPts val="800"/>
              </a:spcBef>
              <a:spcAft>
                <a:spcPts val="0"/>
              </a:spcAft>
              <a:buClr>
                <a:schemeClr val="dk1"/>
              </a:buClr>
              <a:buSzPct val="127777"/>
              <a:buChar char="•"/>
            </a:pPr>
            <a:r>
              <a:rPr lang="en"/>
              <a:t>elif op == "-":</a:t>
            </a:r>
            <a:endParaRPr/>
          </a:p>
          <a:p>
            <a:pPr indent="-185896" lvl="0" marL="177800" rtl="0" algn="l">
              <a:lnSpc>
                <a:spcPct val="120000"/>
              </a:lnSpc>
              <a:spcBef>
                <a:spcPts val="800"/>
              </a:spcBef>
              <a:spcAft>
                <a:spcPts val="0"/>
              </a:spcAft>
              <a:buClr>
                <a:schemeClr val="dk1"/>
              </a:buClr>
              <a:buSzPct val="127777"/>
              <a:buChar char="•"/>
            </a:pPr>
            <a:r>
              <a:rPr lang="en"/>
              <a:t>     print(num1 - num2)</a:t>
            </a:r>
            <a:endParaRPr/>
          </a:p>
          <a:p>
            <a:pPr indent="-185896" lvl="0" marL="177800" rtl="0" algn="l">
              <a:lnSpc>
                <a:spcPct val="120000"/>
              </a:lnSpc>
              <a:spcBef>
                <a:spcPts val="800"/>
              </a:spcBef>
              <a:spcAft>
                <a:spcPts val="0"/>
              </a:spcAft>
              <a:buClr>
                <a:schemeClr val="dk1"/>
              </a:buClr>
              <a:buSzPct val="127777"/>
              <a:buChar char="•"/>
            </a:pPr>
            <a:r>
              <a:rPr lang="en"/>
              <a:t>elif op == "/":</a:t>
            </a:r>
            <a:endParaRPr/>
          </a:p>
          <a:p>
            <a:pPr indent="-185896" lvl="0" marL="177800" rtl="0" algn="l">
              <a:lnSpc>
                <a:spcPct val="120000"/>
              </a:lnSpc>
              <a:spcBef>
                <a:spcPts val="800"/>
              </a:spcBef>
              <a:spcAft>
                <a:spcPts val="0"/>
              </a:spcAft>
              <a:buClr>
                <a:schemeClr val="dk1"/>
              </a:buClr>
              <a:buSzPct val="127777"/>
              <a:buChar char="•"/>
            </a:pPr>
            <a:r>
              <a:rPr lang="en"/>
              <a:t>     print(num1 / num2)</a:t>
            </a:r>
            <a:endParaRPr/>
          </a:p>
          <a:p>
            <a:pPr indent="-185896" lvl="0" marL="177800" rtl="0" algn="l">
              <a:lnSpc>
                <a:spcPct val="120000"/>
              </a:lnSpc>
              <a:spcBef>
                <a:spcPts val="800"/>
              </a:spcBef>
              <a:spcAft>
                <a:spcPts val="0"/>
              </a:spcAft>
              <a:buClr>
                <a:schemeClr val="dk1"/>
              </a:buClr>
              <a:buSzPct val="127777"/>
              <a:buChar char="•"/>
            </a:pPr>
            <a:r>
              <a:rPr lang="en"/>
              <a:t>elif op == "*":</a:t>
            </a:r>
            <a:endParaRPr/>
          </a:p>
          <a:p>
            <a:pPr indent="-185896" lvl="0" marL="177800" rtl="0" algn="l">
              <a:lnSpc>
                <a:spcPct val="120000"/>
              </a:lnSpc>
              <a:spcBef>
                <a:spcPts val="800"/>
              </a:spcBef>
              <a:spcAft>
                <a:spcPts val="0"/>
              </a:spcAft>
              <a:buClr>
                <a:schemeClr val="dk1"/>
              </a:buClr>
              <a:buSzPct val="127777"/>
              <a:buChar char="•"/>
            </a:pPr>
            <a:r>
              <a:rPr lang="en"/>
              <a:t>     print(num1 * num2)</a:t>
            </a:r>
            <a:endParaRPr/>
          </a:p>
          <a:p>
            <a:pPr indent="-185896" lvl="0" marL="177800" rtl="0" algn="l">
              <a:lnSpc>
                <a:spcPct val="120000"/>
              </a:lnSpc>
              <a:spcBef>
                <a:spcPts val="800"/>
              </a:spcBef>
              <a:spcAft>
                <a:spcPts val="0"/>
              </a:spcAft>
              <a:buClr>
                <a:schemeClr val="dk1"/>
              </a:buClr>
              <a:buSzPct val="127777"/>
              <a:buChar char="•"/>
            </a:pPr>
            <a:r>
              <a:rPr lang="en"/>
              <a:t>else:</a:t>
            </a:r>
            <a:endParaRPr/>
          </a:p>
          <a:p>
            <a:pPr indent="-185896" lvl="0" marL="177800" rtl="0" algn="l">
              <a:lnSpc>
                <a:spcPct val="120000"/>
              </a:lnSpc>
              <a:spcBef>
                <a:spcPts val="800"/>
              </a:spcBef>
              <a:spcAft>
                <a:spcPts val="0"/>
              </a:spcAft>
              <a:buClr>
                <a:schemeClr val="dk1"/>
              </a:buClr>
              <a:buSzPct val="127777"/>
              <a:buChar char="•"/>
            </a:pPr>
            <a:r>
              <a:rPr lang="en"/>
              <a:t>     print("Invalid Operator")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0"/>
          <p:cNvSpPr txBox="1"/>
          <p:nvPr>
            <p:ph type="title"/>
          </p:nvPr>
        </p:nvSpPr>
        <p:spPr>
          <a:xfrm>
            <a:off x="1031498" y="1787642"/>
            <a:ext cx="7429498" cy="110892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Twentieth Century"/>
              <a:buNone/>
            </a:pPr>
            <a:r>
              <a:rPr lang="en"/>
              <a:t>ADD MORE OPERATIONS IN THE CALCULATOR</a:t>
            </a:r>
            <a:br>
              <a:rPr lang="en"/>
            </a:br>
            <a:endParaRPr/>
          </a:p>
        </p:txBody>
      </p:sp>
    </p:spTree>
  </p:cSld>
  <p:clrMapOvr>
    <a:masterClrMapping/>
  </p:clrMapOvr>
</p:sld>
</file>

<file path=ppt/theme/theme1.xml><?xml version="1.0" encoding="utf-8"?>
<a:theme xmlns:a="http://schemas.openxmlformats.org/drawingml/2006/main" xmlns:r="http://schemas.openxmlformats.org/officeDocument/2006/relationships" name="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